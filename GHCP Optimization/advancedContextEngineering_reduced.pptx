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8"/>
  </p:notesMasterIdLst>
  <p:sldIdLst>
    <p:sldId id="2147482325" r:id="rId3"/>
    <p:sldId id="2147482318" r:id="rId4"/>
    <p:sldId id="2147482326" r:id="rId5"/>
    <p:sldId id="2147482328" r:id="rId6"/>
    <p:sldId id="2147482319" r:id="rId7"/>
    <p:sldId id="2147482320" r:id="rId8"/>
    <p:sldId id="2147482321" r:id="rId9"/>
    <p:sldId id="2147482323" r:id="rId10"/>
    <p:sldId id="2147482324" r:id="rId11"/>
    <p:sldId id="2147482327" r:id="rId12"/>
    <p:sldId id="2147482330" r:id="rId13"/>
    <p:sldId id="2147482294" r:id="rId14"/>
    <p:sldId id="2147482296" r:id="rId15"/>
    <p:sldId id="2147482297" r:id="rId16"/>
    <p:sldId id="2147482329"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CD46E9-02AB-4D49-BF59-07FCF77CDAC6}" v="5" dt="2026-05-20T18:00:05.1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9" autoAdjust="0"/>
    <p:restoredTop sz="79174" autoAdjust="0"/>
  </p:normalViewPr>
  <p:slideViewPr>
    <p:cSldViewPr snapToGrid="0">
      <p:cViewPr varScale="1">
        <p:scale>
          <a:sx n="121" d="100"/>
          <a:sy n="121" d="100"/>
        </p:scale>
        <p:origin x="153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son Cook" userId="6ebe3673-38a7-4e40-b49b-9fac593f6c12" providerId="ADAL" clId="{A342717E-9E3B-4A75-8CE3-3E9BF7645C5B}"/>
    <pc:docChg chg="undo custSel addSld modSld delMainMaster modMainMaster">
      <pc:chgData name="Jason Cook" userId="6ebe3673-38a7-4e40-b49b-9fac593f6c12" providerId="ADAL" clId="{A342717E-9E3B-4A75-8CE3-3E9BF7645C5B}" dt="2026-05-20T18:00:06.735" v="998" actId="20577"/>
      <pc:docMkLst>
        <pc:docMk/>
      </pc:docMkLst>
      <pc:sldChg chg="modSp mod modClrScheme chgLayout">
        <pc:chgData name="Jason Cook" userId="6ebe3673-38a7-4e40-b49b-9fac593f6c12" providerId="ADAL" clId="{A342717E-9E3B-4A75-8CE3-3E9BF7645C5B}" dt="2026-05-20T17:48:56.610" v="3"/>
        <pc:sldMkLst>
          <pc:docMk/>
          <pc:sldMk cId="1764269087" sldId="2147482294"/>
        </pc:sldMkLst>
        <pc:spChg chg="mod ord">
          <ac:chgData name="Jason Cook" userId="6ebe3673-38a7-4e40-b49b-9fac593f6c12" providerId="ADAL" clId="{A342717E-9E3B-4A75-8CE3-3E9BF7645C5B}" dt="2026-05-20T17:48:56.610" v="3"/>
          <ac:spMkLst>
            <pc:docMk/>
            <pc:sldMk cId="1764269087" sldId="2147482294"/>
            <ac:spMk id="6" creationId="{22F5FBBE-02DD-07FE-186B-65DF802D546D}"/>
          </ac:spMkLst>
        </pc:spChg>
      </pc:sldChg>
      <pc:sldChg chg="modSp mod modClrScheme chgLayout">
        <pc:chgData name="Jason Cook" userId="6ebe3673-38a7-4e40-b49b-9fac593f6c12" providerId="ADAL" clId="{A342717E-9E3B-4A75-8CE3-3E9BF7645C5B}" dt="2026-05-20T17:48:56.610" v="3"/>
        <pc:sldMkLst>
          <pc:docMk/>
          <pc:sldMk cId="3623189796" sldId="2147482296"/>
        </pc:sldMkLst>
        <pc:spChg chg="mod ord">
          <ac:chgData name="Jason Cook" userId="6ebe3673-38a7-4e40-b49b-9fac593f6c12" providerId="ADAL" clId="{A342717E-9E3B-4A75-8CE3-3E9BF7645C5B}" dt="2026-05-20T17:48:56.610" v="3"/>
          <ac:spMkLst>
            <pc:docMk/>
            <pc:sldMk cId="3623189796" sldId="2147482296"/>
            <ac:spMk id="6" creationId="{B9D9409D-1297-71DC-25BF-8FBDC8913EBD}"/>
          </ac:spMkLst>
        </pc:spChg>
      </pc:sldChg>
      <pc:sldChg chg="modSp mod modClrScheme chgLayout">
        <pc:chgData name="Jason Cook" userId="6ebe3673-38a7-4e40-b49b-9fac593f6c12" providerId="ADAL" clId="{A342717E-9E3B-4A75-8CE3-3E9BF7645C5B}" dt="2026-05-20T17:48:56.610" v="3"/>
        <pc:sldMkLst>
          <pc:docMk/>
          <pc:sldMk cId="1132657051" sldId="2147482297"/>
        </pc:sldMkLst>
        <pc:spChg chg="mod ord">
          <ac:chgData name="Jason Cook" userId="6ebe3673-38a7-4e40-b49b-9fac593f6c12" providerId="ADAL" clId="{A342717E-9E3B-4A75-8CE3-3E9BF7645C5B}" dt="2026-05-20T17:48:56.610" v="3"/>
          <ac:spMkLst>
            <pc:docMk/>
            <pc:sldMk cId="1132657051" sldId="2147482297"/>
            <ac:spMk id="6" creationId="{4FAD681A-8EDA-EC98-5D98-7BF4DF18CA76}"/>
          </ac:spMkLst>
        </pc:spChg>
      </pc:sldChg>
      <pc:sldChg chg="modSp mod modClrScheme chgLayout modNotesTx">
        <pc:chgData name="Jason Cook" userId="6ebe3673-38a7-4e40-b49b-9fac593f6c12" providerId="ADAL" clId="{A342717E-9E3B-4A75-8CE3-3E9BF7645C5B}" dt="2026-05-20T18:00:06.735" v="998" actId="20577"/>
        <pc:sldMkLst>
          <pc:docMk/>
          <pc:sldMk cId="3306185760" sldId="2147482329"/>
        </pc:sldMkLst>
        <pc:spChg chg="mod">
          <ac:chgData name="Jason Cook" userId="6ebe3673-38a7-4e40-b49b-9fac593f6c12" providerId="ADAL" clId="{A342717E-9E3B-4A75-8CE3-3E9BF7645C5B}" dt="2026-05-20T17:59:29.629" v="986" actId="20577"/>
          <ac:spMkLst>
            <pc:docMk/>
            <pc:sldMk cId="3306185760" sldId="2147482329"/>
            <ac:spMk id="4" creationId="{12F58E9D-E59E-6A09-8018-5314ECB8DB4C}"/>
          </ac:spMkLst>
        </pc:spChg>
        <pc:spChg chg="mod ord">
          <ac:chgData name="Jason Cook" userId="6ebe3673-38a7-4e40-b49b-9fac593f6c12" providerId="ADAL" clId="{A342717E-9E3B-4A75-8CE3-3E9BF7645C5B}" dt="2026-05-20T17:48:56.610" v="3"/>
          <ac:spMkLst>
            <pc:docMk/>
            <pc:sldMk cId="3306185760" sldId="2147482329"/>
            <ac:spMk id="6" creationId="{5B17E74F-1B2E-E2FD-8558-6D49B029E2D4}"/>
          </ac:spMkLst>
        </pc:spChg>
        <pc:picChg chg="mod">
          <ac:chgData name="Jason Cook" userId="6ebe3673-38a7-4e40-b49b-9fac593f6c12" providerId="ADAL" clId="{A342717E-9E3B-4A75-8CE3-3E9BF7645C5B}" dt="2026-05-20T17:59:37.484" v="987" actId="1076"/>
          <ac:picMkLst>
            <pc:docMk/>
            <pc:sldMk cId="3306185760" sldId="2147482329"/>
            <ac:picMk id="9" creationId="{39CADD19-D686-CBA1-E216-F382DA52A035}"/>
          </ac:picMkLst>
        </pc:picChg>
      </pc:sldChg>
      <pc:sldChg chg="addSp delSp modSp add mod modNotesTx">
        <pc:chgData name="Jason Cook" userId="6ebe3673-38a7-4e40-b49b-9fac593f6c12" providerId="ADAL" clId="{A342717E-9E3B-4A75-8CE3-3E9BF7645C5B}" dt="2026-05-20T17:57:23.095" v="864" actId="6549"/>
        <pc:sldMkLst>
          <pc:docMk/>
          <pc:sldMk cId="3282227130" sldId="2147482330"/>
        </pc:sldMkLst>
        <pc:spChg chg="mod">
          <ac:chgData name="Jason Cook" userId="6ebe3673-38a7-4e40-b49b-9fac593f6c12" providerId="ADAL" clId="{A342717E-9E3B-4A75-8CE3-3E9BF7645C5B}" dt="2026-05-20T17:49:19.447" v="59" actId="20577"/>
          <ac:spMkLst>
            <pc:docMk/>
            <pc:sldMk cId="3282227130" sldId="2147482330"/>
            <ac:spMk id="2" creationId="{13D3C2CC-45AF-69E4-6116-424600915568}"/>
          </ac:spMkLst>
        </pc:spChg>
        <pc:spChg chg="mod">
          <ac:chgData name="Jason Cook" userId="6ebe3673-38a7-4e40-b49b-9fac593f6c12" providerId="ADAL" clId="{A342717E-9E3B-4A75-8CE3-3E9BF7645C5B}" dt="2026-05-20T17:55:16.532" v="676" actId="20577"/>
          <ac:spMkLst>
            <pc:docMk/>
            <pc:sldMk cId="3282227130" sldId="2147482330"/>
            <ac:spMk id="4" creationId="{10DD606E-7B4C-63B9-1BE8-9FDBB5D87482}"/>
          </ac:spMkLst>
        </pc:spChg>
        <pc:spChg chg="mod">
          <ac:chgData name="Jason Cook" userId="6ebe3673-38a7-4e40-b49b-9fac593f6c12" providerId="ADAL" clId="{A342717E-9E3B-4A75-8CE3-3E9BF7645C5B}" dt="2026-05-20T17:57:17.272" v="863" actId="1076"/>
          <ac:spMkLst>
            <pc:docMk/>
            <pc:sldMk cId="3282227130" sldId="2147482330"/>
            <ac:spMk id="6" creationId="{A4CDB94D-A9E5-BA6F-8C0D-5ED9E9E05A3B}"/>
          </ac:spMkLst>
        </pc:spChg>
        <pc:graphicFrameChg chg="mod modGraphic">
          <ac:chgData name="Jason Cook" userId="6ebe3673-38a7-4e40-b49b-9fac593f6c12" providerId="ADAL" clId="{A342717E-9E3B-4A75-8CE3-3E9BF7645C5B}" dt="2026-05-20T17:57:12.473" v="862" actId="1076"/>
          <ac:graphicFrameMkLst>
            <pc:docMk/>
            <pc:sldMk cId="3282227130" sldId="2147482330"/>
            <ac:graphicFrameMk id="5" creationId="{C4DBBAC4-929B-7FDE-FA59-F5A040EE6C81}"/>
          </ac:graphicFrameMkLst>
        </pc:graphicFrameChg>
        <pc:graphicFrameChg chg="add del">
          <ac:chgData name="Jason Cook" userId="6ebe3673-38a7-4e40-b49b-9fac593f6c12" providerId="ADAL" clId="{A342717E-9E3B-4A75-8CE3-3E9BF7645C5B}" dt="2026-05-20T17:52:09.251" v="302" actId="22"/>
          <ac:graphicFrameMkLst>
            <pc:docMk/>
            <pc:sldMk cId="3282227130" sldId="2147482330"/>
            <ac:graphicFrameMk id="7" creationId="{EF6B3611-AE25-B877-3676-CC0627F69F91}"/>
          </ac:graphicFrameMkLst>
        </pc:graphicFrameChg>
      </pc:sldChg>
      <pc:sldMasterChg chg="delSldLayout modSldLayout sldLayoutOrd">
        <pc:chgData name="Jason Cook" userId="6ebe3673-38a7-4e40-b49b-9fac593f6c12" providerId="ADAL" clId="{A342717E-9E3B-4A75-8CE3-3E9BF7645C5B}" dt="2026-05-20T17:48:56.596" v="2"/>
        <pc:sldMasterMkLst>
          <pc:docMk/>
          <pc:sldMasterMk cId="1245074157" sldId="2147483660"/>
        </pc:sldMasterMkLst>
        <pc:sldLayoutChg chg="modSp del mod ord">
          <pc:chgData name="Jason Cook" userId="6ebe3673-38a7-4e40-b49b-9fac593f6c12" providerId="ADAL" clId="{A342717E-9E3B-4A75-8CE3-3E9BF7645C5B}" dt="2026-05-20T17:48:56.596" v="2"/>
          <pc:sldLayoutMkLst>
            <pc:docMk/>
            <pc:sldMasterMk cId="1245074157" sldId="2147483660"/>
            <pc:sldLayoutMk cId="90014843" sldId="2147483721"/>
          </pc:sldLayoutMkLst>
          <pc:spChg chg="mod">
            <ac:chgData name="Jason Cook" userId="6ebe3673-38a7-4e40-b49b-9fac593f6c12" providerId="ADAL" clId="{A342717E-9E3B-4A75-8CE3-3E9BF7645C5B}" dt="2026-05-20T17:48:56.578" v="1"/>
            <ac:spMkLst>
              <pc:docMk/>
              <pc:sldMasterMk cId="1245074157" sldId="2147483660"/>
              <pc:sldLayoutMk cId="90014843" sldId="2147483721"/>
              <ac:spMk id="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90014843" sldId="2147483721"/>
              <ac:spMk id="6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018660585" sldId="2147483722"/>
          </pc:sldLayoutMkLst>
          <pc:spChg chg="mod">
            <ac:chgData name="Jason Cook" userId="6ebe3673-38a7-4e40-b49b-9fac593f6c12" providerId="ADAL" clId="{A342717E-9E3B-4A75-8CE3-3E9BF7645C5B}" dt="2026-05-20T17:48:56.578" v="1"/>
            <ac:spMkLst>
              <pc:docMk/>
              <pc:sldMasterMk cId="1245074157" sldId="2147483660"/>
              <pc:sldLayoutMk cId="1018660585" sldId="2147483722"/>
              <ac:spMk id="7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018660585" sldId="2147483722"/>
              <ac:spMk id="75"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560418836" sldId="2147483723"/>
          </pc:sldLayoutMkLst>
          <pc:spChg chg="mod">
            <ac:chgData name="Jason Cook" userId="6ebe3673-38a7-4e40-b49b-9fac593f6c12" providerId="ADAL" clId="{A342717E-9E3B-4A75-8CE3-3E9BF7645C5B}" dt="2026-05-20T17:48:56.578" v="1"/>
            <ac:spMkLst>
              <pc:docMk/>
              <pc:sldMasterMk cId="1245074157" sldId="2147483660"/>
              <pc:sldLayoutMk cId="3560418836" sldId="2147483723"/>
              <ac:spMk id="22" creationId="{B45F3749-769E-DA54-88F0-E2FE19871245}"/>
            </ac:spMkLst>
          </pc:spChg>
          <pc:spChg chg="mod">
            <ac:chgData name="Jason Cook" userId="6ebe3673-38a7-4e40-b49b-9fac593f6c12" providerId="ADAL" clId="{A342717E-9E3B-4A75-8CE3-3E9BF7645C5B}" dt="2026-05-20T17:48:56.578" v="1"/>
            <ac:spMkLst>
              <pc:docMk/>
              <pc:sldMasterMk cId="1245074157" sldId="2147483660"/>
              <pc:sldLayoutMk cId="3560418836" sldId="2147483723"/>
              <ac:spMk id="23" creationId="{8E7A2B80-0948-97B9-AC9D-301C1591AC71}"/>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730872236" sldId="2147483724"/>
          </pc:sldLayoutMkLst>
          <pc:spChg chg="mod">
            <ac:chgData name="Jason Cook" userId="6ebe3673-38a7-4e40-b49b-9fac593f6c12" providerId="ADAL" clId="{A342717E-9E3B-4A75-8CE3-3E9BF7645C5B}" dt="2026-05-20T17:48:56.578" v="1"/>
            <ac:spMkLst>
              <pc:docMk/>
              <pc:sldMasterMk cId="1245074157" sldId="2147483660"/>
              <pc:sldLayoutMk cId="3730872236" sldId="2147483724"/>
              <ac:spMk id="8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30872236" sldId="2147483724"/>
              <ac:spMk id="8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30872236" sldId="2147483724"/>
              <ac:spMk id="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30872236" sldId="2147483724"/>
              <ac:spMk id="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30872236" sldId="2147483724"/>
              <ac:spMk id="86"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374497825" sldId="2147483725"/>
          </pc:sldLayoutMkLst>
          <pc:spChg chg="mod">
            <ac:chgData name="Jason Cook" userId="6ebe3673-38a7-4e40-b49b-9fac593f6c12" providerId="ADAL" clId="{A342717E-9E3B-4A75-8CE3-3E9BF7645C5B}" dt="2026-05-20T17:48:56.578" v="1"/>
            <ac:spMkLst>
              <pc:docMk/>
              <pc:sldMasterMk cId="1245074157" sldId="2147483660"/>
              <pc:sldLayoutMk cId="1374497825" sldId="2147483725"/>
              <ac:spMk id="9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7"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74497825" sldId="2147483725"/>
              <ac:spMk id="109"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36253202" sldId="2147483726"/>
          </pc:sldLayoutMkLst>
          <pc:spChg chg="mod">
            <ac:chgData name="Jason Cook" userId="6ebe3673-38a7-4e40-b49b-9fac593f6c12" providerId="ADAL" clId="{A342717E-9E3B-4A75-8CE3-3E9BF7645C5B}" dt="2026-05-20T17:48:56.578" v="1"/>
            <ac:spMkLst>
              <pc:docMk/>
              <pc:sldMasterMk cId="1245074157" sldId="2147483660"/>
              <pc:sldLayoutMk cId="136253202" sldId="2147483726"/>
              <ac:spMk id="11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6253202" sldId="2147483726"/>
              <ac:spMk id="12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6253202" sldId="2147483726"/>
              <ac:spMk id="12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6253202" sldId="2147483726"/>
              <ac:spMk id="12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6253202" sldId="2147483726"/>
              <ac:spMk id="12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36253202" sldId="2147483726"/>
              <ac:spMk id="12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2376708555" sldId="2147483727"/>
          </pc:sldLayoutMkLst>
          <pc:spChg chg="mod">
            <ac:chgData name="Jason Cook" userId="6ebe3673-38a7-4e40-b49b-9fac593f6c12" providerId="ADAL" clId="{A342717E-9E3B-4A75-8CE3-3E9BF7645C5B}" dt="2026-05-20T17:48:56.578" v="1"/>
            <ac:spMkLst>
              <pc:docMk/>
              <pc:sldMasterMk cId="1245074157" sldId="2147483660"/>
              <pc:sldLayoutMk cId="2376708555" sldId="2147483727"/>
              <ac:spMk id="48" creationId="{257D24F3-611A-FCC2-A794-C0EA49B74D6D}"/>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49" creationId="{8125D358-82E1-5146-9868-59151E4787F5}"/>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51" creationId="{D02644DB-3AB0-6A40-906C-1B97F6BB74DF}"/>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376708555" sldId="2147483727"/>
              <ac:spMk id="158"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945910297" sldId="2147483728"/>
          </pc:sldLayoutMkLst>
          <pc:spChg chg="mod">
            <ac:chgData name="Jason Cook" userId="6ebe3673-38a7-4e40-b49b-9fac593f6c12" providerId="ADAL" clId="{A342717E-9E3B-4A75-8CE3-3E9BF7645C5B}" dt="2026-05-20T17:48:56.578" v="1"/>
            <ac:spMkLst>
              <pc:docMk/>
              <pc:sldMasterMk cId="1245074157" sldId="2147483660"/>
              <pc:sldLayoutMk cId="1945910297" sldId="2147483728"/>
              <ac:spMk id="32" creationId="{E7A6AB27-0469-C841-892F-B81BA63227CF}"/>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33" creationId="{CCD79018-57BD-894A-9B47-70A12FA8EE6C}"/>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34" creationId="{3821B06F-3407-5C43-AD89-CD938462AD2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35" creationId="{86A4FF54-90AF-1547-A759-FE79ACB06627}"/>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7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87"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8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945910297" sldId="2147483728"/>
              <ac:spMk id="189"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4183606667" sldId="2147483729"/>
          </pc:sldLayoutMkLst>
          <pc:spChg chg="mod">
            <ac:chgData name="Jason Cook" userId="6ebe3673-38a7-4e40-b49b-9fac593f6c12" providerId="ADAL" clId="{A342717E-9E3B-4A75-8CE3-3E9BF7645C5B}" dt="2026-05-20T17:48:56.578" v="1"/>
            <ac:spMkLst>
              <pc:docMk/>
              <pc:sldMasterMk cId="1245074157" sldId="2147483660"/>
              <pc:sldLayoutMk cId="4183606667" sldId="2147483729"/>
              <ac:spMk id="19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183606667" sldId="2147483729"/>
              <ac:spMk id="197"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2535066836" sldId="2147483730"/>
          </pc:sldLayoutMkLst>
          <pc:spChg chg="mod">
            <ac:chgData name="Jason Cook" userId="6ebe3673-38a7-4e40-b49b-9fac593f6c12" providerId="ADAL" clId="{A342717E-9E3B-4A75-8CE3-3E9BF7645C5B}" dt="2026-05-20T17:48:56.578" v="1"/>
            <ac:spMkLst>
              <pc:docMk/>
              <pc:sldMasterMk cId="1245074157" sldId="2147483660"/>
              <pc:sldLayoutMk cId="2535066836" sldId="2147483730"/>
              <ac:spMk id="12" creationId="{21617290-5BA6-E043-927A-954A333996EA}"/>
            </ac:spMkLst>
          </pc:spChg>
          <pc:spChg chg="mod">
            <ac:chgData name="Jason Cook" userId="6ebe3673-38a7-4e40-b49b-9fac593f6c12" providerId="ADAL" clId="{A342717E-9E3B-4A75-8CE3-3E9BF7645C5B}" dt="2026-05-20T17:48:56.578" v="1"/>
            <ac:spMkLst>
              <pc:docMk/>
              <pc:sldMasterMk cId="1245074157" sldId="2147483660"/>
              <pc:sldLayoutMk cId="2535066836" sldId="2147483730"/>
              <ac:spMk id="13" creationId="{2198EE9C-6D95-BE49-B93E-3C11A582D724}"/>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4262058208" sldId="2147483731"/>
          </pc:sldLayoutMkLst>
          <pc:spChg chg="mod">
            <ac:chgData name="Jason Cook" userId="6ebe3673-38a7-4e40-b49b-9fac593f6c12" providerId="ADAL" clId="{A342717E-9E3B-4A75-8CE3-3E9BF7645C5B}" dt="2026-05-20T17:48:56.578" v="1"/>
            <ac:spMkLst>
              <pc:docMk/>
              <pc:sldMasterMk cId="1245074157" sldId="2147483660"/>
              <pc:sldLayoutMk cId="4262058208" sldId="2147483731"/>
              <ac:spMk id="12" creationId="{0D5A692D-5E2C-3545-9A63-90E5192CEDE4}"/>
            </ac:spMkLst>
          </pc:spChg>
          <pc:spChg chg="mod">
            <ac:chgData name="Jason Cook" userId="6ebe3673-38a7-4e40-b49b-9fac593f6c12" providerId="ADAL" clId="{A342717E-9E3B-4A75-8CE3-3E9BF7645C5B}" dt="2026-05-20T17:48:56.578" v="1"/>
            <ac:spMkLst>
              <pc:docMk/>
              <pc:sldMasterMk cId="1245074157" sldId="2147483660"/>
              <pc:sldLayoutMk cId="4262058208" sldId="2147483731"/>
              <ac:spMk id="13" creationId="{50A9DFC3-AEA3-C846-8DCB-4FA6A6FC54E9}"/>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335030450" sldId="2147483732"/>
          </pc:sldLayoutMkLst>
          <pc:spChg chg="mod">
            <ac:chgData name="Jason Cook" userId="6ebe3673-38a7-4e40-b49b-9fac593f6c12" providerId="ADAL" clId="{A342717E-9E3B-4A75-8CE3-3E9BF7645C5B}" dt="2026-05-20T17:48:56.578" v="1"/>
            <ac:spMkLst>
              <pc:docMk/>
              <pc:sldMasterMk cId="1245074157" sldId="2147483660"/>
              <pc:sldLayoutMk cId="3335030450" sldId="2147483732"/>
              <ac:spMk id="8" creationId="{DD23A2E5-7DF9-3E42-8FF7-1F52FA94B039}"/>
            </ac:spMkLst>
          </pc:spChg>
          <pc:spChg chg="mod">
            <ac:chgData name="Jason Cook" userId="6ebe3673-38a7-4e40-b49b-9fac593f6c12" providerId="ADAL" clId="{A342717E-9E3B-4A75-8CE3-3E9BF7645C5B}" dt="2026-05-20T17:48:56.578" v="1"/>
            <ac:spMkLst>
              <pc:docMk/>
              <pc:sldMasterMk cId="1245074157" sldId="2147483660"/>
              <pc:sldLayoutMk cId="3335030450" sldId="2147483732"/>
              <ac:spMk id="9" creationId="{E86E1330-9ED2-2645-B516-145C6EB98F8A}"/>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923861874" sldId="2147483733"/>
          </pc:sldLayoutMkLst>
          <pc:spChg chg="mod">
            <ac:chgData name="Jason Cook" userId="6ebe3673-38a7-4e40-b49b-9fac593f6c12" providerId="ADAL" clId="{A342717E-9E3B-4A75-8CE3-3E9BF7645C5B}" dt="2026-05-20T17:48:56.578" v="1"/>
            <ac:spMkLst>
              <pc:docMk/>
              <pc:sldMasterMk cId="1245074157" sldId="2147483660"/>
              <pc:sldLayoutMk cId="923861874" sldId="2147483733"/>
              <ac:spMk id="11" creationId="{6FAE51A8-BD8E-3E44-B52C-3D0D2FEA3A8F}"/>
            </ac:spMkLst>
          </pc:spChg>
          <pc:spChg chg="mod">
            <ac:chgData name="Jason Cook" userId="6ebe3673-38a7-4e40-b49b-9fac593f6c12" providerId="ADAL" clId="{A342717E-9E3B-4A75-8CE3-3E9BF7645C5B}" dt="2026-05-20T17:48:56.578" v="1"/>
            <ac:spMkLst>
              <pc:docMk/>
              <pc:sldMasterMk cId="1245074157" sldId="2147483660"/>
              <pc:sldLayoutMk cId="923861874" sldId="2147483733"/>
              <ac:spMk id="12" creationId="{7547AEDB-C4CC-B049-8D2A-220A88AC2505}"/>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557969994" sldId="2147483734"/>
          </pc:sldLayoutMkLst>
          <pc:spChg chg="mod">
            <ac:chgData name="Jason Cook" userId="6ebe3673-38a7-4e40-b49b-9fac593f6c12" providerId="ADAL" clId="{A342717E-9E3B-4A75-8CE3-3E9BF7645C5B}" dt="2026-05-20T17:48:56.578" v="1"/>
            <ac:spMkLst>
              <pc:docMk/>
              <pc:sldMasterMk cId="1245074157" sldId="2147483660"/>
              <pc:sldLayoutMk cId="557969994" sldId="2147483734"/>
              <ac:spMk id="29" creationId="{142531D6-B640-1B4A-ACA4-7F77C49FF2CB}"/>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30" creationId="{2C173A1D-BB63-5640-BB62-7AD820030C48}"/>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31" creationId="{A8662F1C-F639-0647-953E-6AF9B3C4E108}"/>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33" creationId="{4CD789D4-8522-B2D3-95F4-34B3B0D7B268}"/>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4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4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5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5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57969994" sldId="2147483734"/>
              <ac:spMk id="253"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81310696" sldId="2147483735"/>
          </pc:sldLayoutMkLst>
          <pc:spChg chg="mod">
            <ac:chgData name="Jason Cook" userId="6ebe3673-38a7-4e40-b49b-9fac593f6c12" providerId="ADAL" clId="{A342717E-9E3B-4A75-8CE3-3E9BF7645C5B}" dt="2026-05-20T17:48:56.578" v="1"/>
            <ac:spMkLst>
              <pc:docMk/>
              <pc:sldMasterMk cId="1245074157" sldId="2147483660"/>
              <pc:sldLayoutMk cId="81310696" sldId="2147483735"/>
              <ac:spMk id="26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81310696" sldId="2147483735"/>
              <ac:spMk id="2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81310696" sldId="2147483735"/>
              <ac:spMk id="264" creationId="{00000000-0000-0000-0000-000000000000}"/>
            </ac:spMkLst>
          </pc:spChg>
        </pc:sldLayoutChg>
        <pc:sldLayoutChg chg="modSp mod ord">
          <pc:chgData name="Jason Cook" userId="6ebe3673-38a7-4e40-b49b-9fac593f6c12" providerId="ADAL" clId="{A342717E-9E3B-4A75-8CE3-3E9BF7645C5B}" dt="2026-05-20T17:48:56.578" v="1"/>
          <pc:sldLayoutMkLst>
            <pc:docMk/>
            <pc:sldMasterMk cId="1245074157" sldId="2147483660"/>
            <pc:sldLayoutMk cId="2645038519" sldId="2147483763"/>
          </pc:sldLayoutMkLst>
          <pc:spChg chg="mod">
            <ac:chgData name="Jason Cook" userId="6ebe3673-38a7-4e40-b49b-9fac593f6c12" providerId="ADAL" clId="{A342717E-9E3B-4A75-8CE3-3E9BF7645C5B}" dt="2026-05-20T17:48:56.578" v="1"/>
            <ac:spMkLst>
              <pc:docMk/>
              <pc:sldMasterMk cId="1245074157" sldId="2147483660"/>
              <pc:sldLayoutMk cId="2645038519" sldId="2147483763"/>
              <ac:spMk id="2" creationId="{D0AAD849-7CFE-4AF7-A7C5-6BBD50C88C1A}"/>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669246679" sldId="2147483781"/>
          </pc:sldLayoutMkLst>
          <pc:spChg chg="mod">
            <ac:chgData name="Jason Cook" userId="6ebe3673-38a7-4e40-b49b-9fac593f6c12" providerId="ADAL" clId="{A342717E-9E3B-4A75-8CE3-3E9BF7645C5B}" dt="2026-05-20T17:48:56.578" v="1"/>
            <ac:spMkLst>
              <pc:docMk/>
              <pc:sldMasterMk cId="1245074157" sldId="2147483660"/>
              <pc:sldLayoutMk cId="1669246679" sldId="2147483781"/>
              <ac:spMk id="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69246679" sldId="2147483781"/>
              <ac:spMk id="6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547911700" sldId="2147483782"/>
          </pc:sldLayoutMkLst>
          <pc:spChg chg="mod">
            <ac:chgData name="Jason Cook" userId="6ebe3673-38a7-4e40-b49b-9fac593f6c12" providerId="ADAL" clId="{A342717E-9E3B-4A75-8CE3-3E9BF7645C5B}" dt="2026-05-20T17:48:56.578" v="1"/>
            <ac:spMkLst>
              <pc:docMk/>
              <pc:sldMasterMk cId="1245074157" sldId="2147483660"/>
              <pc:sldLayoutMk cId="1547911700" sldId="2147483782"/>
              <ac:spMk id="7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547911700" sldId="2147483782"/>
              <ac:spMk id="75"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030135587" sldId="2147483783"/>
          </pc:sldLayoutMkLst>
          <pc:spChg chg="mod">
            <ac:chgData name="Jason Cook" userId="6ebe3673-38a7-4e40-b49b-9fac593f6c12" providerId="ADAL" clId="{A342717E-9E3B-4A75-8CE3-3E9BF7645C5B}" dt="2026-05-20T17:48:56.578" v="1"/>
            <ac:spMkLst>
              <pc:docMk/>
              <pc:sldMasterMk cId="1245074157" sldId="2147483660"/>
              <pc:sldLayoutMk cId="1030135587" sldId="2147483783"/>
              <ac:spMk id="22" creationId="{B45F3749-769E-DA54-88F0-E2FE19871245}"/>
            </ac:spMkLst>
          </pc:spChg>
          <pc:spChg chg="mod">
            <ac:chgData name="Jason Cook" userId="6ebe3673-38a7-4e40-b49b-9fac593f6c12" providerId="ADAL" clId="{A342717E-9E3B-4A75-8CE3-3E9BF7645C5B}" dt="2026-05-20T17:48:56.578" v="1"/>
            <ac:spMkLst>
              <pc:docMk/>
              <pc:sldMasterMk cId="1245074157" sldId="2147483660"/>
              <pc:sldLayoutMk cId="1030135587" sldId="2147483783"/>
              <ac:spMk id="23" creationId="{8E7A2B80-0948-97B9-AC9D-301C1591AC71}"/>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639672322" sldId="2147483784"/>
          </pc:sldLayoutMkLst>
          <pc:spChg chg="mod">
            <ac:chgData name="Jason Cook" userId="6ebe3673-38a7-4e40-b49b-9fac593f6c12" providerId="ADAL" clId="{A342717E-9E3B-4A75-8CE3-3E9BF7645C5B}" dt="2026-05-20T17:48:56.578" v="1"/>
            <ac:spMkLst>
              <pc:docMk/>
              <pc:sldMasterMk cId="1245074157" sldId="2147483660"/>
              <pc:sldLayoutMk cId="3639672322" sldId="2147483784"/>
              <ac:spMk id="8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639672322" sldId="2147483784"/>
              <ac:spMk id="8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639672322" sldId="2147483784"/>
              <ac:spMk id="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639672322" sldId="2147483784"/>
              <ac:spMk id="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639672322" sldId="2147483784"/>
              <ac:spMk id="86"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595188961" sldId="2147483785"/>
          </pc:sldLayoutMkLst>
          <pc:spChg chg="mod">
            <ac:chgData name="Jason Cook" userId="6ebe3673-38a7-4e40-b49b-9fac593f6c12" providerId="ADAL" clId="{A342717E-9E3B-4A75-8CE3-3E9BF7645C5B}" dt="2026-05-20T17:48:56.578" v="1"/>
            <ac:spMkLst>
              <pc:docMk/>
              <pc:sldMasterMk cId="1245074157" sldId="2147483660"/>
              <pc:sldLayoutMk cId="595188961" sldId="2147483785"/>
              <ac:spMk id="9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7"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5188961" sldId="2147483785"/>
              <ac:spMk id="109"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765929466" sldId="2147483786"/>
          </pc:sldLayoutMkLst>
          <pc:spChg chg="mod">
            <ac:chgData name="Jason Cook" userId="6ebe3673-38a7-4e40-b49b-9fac593f6c12" providerId="ADAL" clId="{A342717E-9E3B-4A75-8CE3-3E9BF7645C5B}" dt="2026-05-20T17:48:56.578" v="1"/>
            <ac:spMkLst>
              <pc:docMk/>
              <pc:sldMasterMk cId="1245074157" sldId="2147483660"/>
              <pc:sldLayoutMk cId="3765929466" sldId="2147483786"/>
              <ac:spMk id="11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65929466" sldId="2147483786"/>
              <ac:spMk id="12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65929466" sldId="2147483786"/>
              <ac:spMk id="12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65929466" sldId="2147483786"/>
              <ac:spMk id="12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65929466" sldId="2147483786"/>
              <ac:spMk id="12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765929466" sldId="2147483786"/>
              <ac:spMk id="12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4066606008" sldId="2147483787"/>
          </pc:sldLayoutMkLst>
          <pc:spChg chg="mod">
            <ac:chgData name="Jason Cook" userId="6ebe3673-38a7-4e40-b49b-9fac593f6c12" providerId="ADAL" clId="{A342717E-9E3B-4A75-8CE3-3E9BF7645C5B}" dt="2026-05-20T17:48:56.578" v="1"/>
            <ac:spMkLst>
              <pc:docMk/>
              <pc:sldMasterMk cId="1245074157" sldId="2147483660"/>
              <pc:sldLayoutMk cId="4066606008" sldId="2147483787"/>
              <ac:spMk id="49" creationId="{8125D358-82E1-5146-9868-59151E4787F5}"/>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51" creationId="{D02644DB-3AB0-6A40-906C-1B97F6BB74DF}"/>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52" creationId="{183614BC-81FB-DD41-94B5-38C9366C2FD7}"/>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53" creationId="{DE9CF3D8-208C-EF41-A2C5-9CB01676BFCD}"/>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2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5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5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5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4066606008" sldId="2147483787"/>
              <ac:spMk id="157"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640350967" sldId="2147483788"/>
          </pc:sldLayoutMkLst>
          <pc:spChg chg="mod">
            <ac:chgData name="Jason Cook" userId="6ebe3673-38a7-4e40-b49b-9fac593f6c12" providerId="ADAL" clId="{A342717E-9E3B-4A75-8CE3-3E9BF7645C5B}" dt="2026-05-20T17:48:56.578" v="1"/>
            <ac:spMkLst>
              <pc:docMk/>
              <pc:sldMasterMk cId="1245074157" sldId="2147483660"/>
              <pc:sldLayoutMk cId="1640350967" sldId="2147483788"/>
              <ac:spMk id="32" creationId="{E7A6AB27-0469-C841-892F-B81BA63227CF}"/>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33" creationId="{CCD79018-57BD-894A-9B47-70A12FA8EE6C}"/>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34" creationId="{3821B06F-3407-5C43-AD89-CD938462AD2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35" creationId="{86A4FF54-90AF-1547-A759-FE79ACB06627}"/>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7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8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8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40350967" sldId="2147483788"/>
              <ac:spMk id="189"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2645081113" sldId="2147483789"/>
          </pc:sldLayoutMkLst>
          <pc:spChg chg="mod">
            <ac:chgData name="Jason Cook" userId="6ebe3673-38a7-4e40-b49b-9fac593f6c12" providerId="ADAL" clId="{A342717E-9E3B-4A75-8CE3-3E9BF7645C5B}" dt="2026-05-20T17:48:56.578" v="1"/>
            <ac:spMkLst>
              <pc:docMk/>
              <pc:sldMasterMk cId="1245074157" sldId="2147483660"/>
              <pc:sldLayoutMk cId="2645081113" sldId="2147483789"/>
              <ac:spMk id="19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2645081113" sldId="2147483789"/>
              <ac:spMk id="197"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615194426" sldId="2147483790"/>
          </pc:sldLayoutMkLst>
          <pc:spChg chg="mod">
            <ac:chgData name="Jason Cook" userId="6ebe3673-38a7-4e40-b49b-9fac593f6c12" providerId="ADAL" clId="{A342717E-9E3B-4A75-8CE3-3E9BF7645C5B}" dt="2026-05-20T17:48:56.578" v="1"/>
            <ac:spMkLst>
              <pc:docMk/>
              <pc:sldMasterMk cId="1245074157" sldId="2147483660"/>
              <pc:sldLayoutMk cId="615194426" sldId="2147483790"/>
              <ac:spMk id="12" creationId="{21617290-5BA6-E043-927A-954A333996EA}"/>
            </ac:spMkLst>
          </pc:spChg>
          <pc:spChg chg="mod">
            <ac:chgData name="Jason Cook" userId="6ebe3673-38a7-4e40-b49b-9fac593f6c12" providerId="ADAL" clId="{A342717E-9E3B-4A75-8CE3-3E9BF7645C5B}" dt="2026-05-20T17:48:56.578" v="1"/>
            <ac:spMkLst>
              <pc:docMk/>
              <pc:sldMasterMk cId="1245074157" sldId="2147483660"/>
              <pc:sldLayoutMk cId="615194426" sldId="2147483790"/>
              <ac:spMk id="13" creationId="{2198EE9C-6D95-BE49-B93E-3C11A582D724}"/>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569607604" sldId="2147483791"/>
          </pc:sldLayoutMkLst>
          <pc:spChg chg="mod">
            <ac:chgData name="Jason Cook" userId="6ebe3673-38a7-4e40-b49b-9fac593f6c12" providerId="ADAL" clId="{A342717E-9E3B-4A75-8CE3-3E9BF7645C5B}" dt="2026-05-20T17:48:56.578" v="1"/>
            <ac:spMkLst>
              <pc:docMk/>
              <pc:sldMasterMk cId="1245074157" sldId="2147483660"/>
              <pc:sldLayoutMk cId="3569607604" sldId="2147483791"/>
              <ac:spMk id="12" creationId="{0D5A692D-5E2C-3545-9A63-90E5192CEDE4}"/>
            </ac:spMkLst>
          </pc:spChg>
          <pc:spChg chg="mod">
            <ac:chgData name="Jason Cook" userId="6ebe3673-38a7-4e40-b49b-9fac593f6c12" providerId="ADAL" clId="{A342717E-9E3B-4A75-8CE3-3E9BF7645C5B}" dt="2026-05-20T17:48:56.578" v="1"/>
            <ac:spMkLst>
              <pc:docMk/>
              <pc:sldMasterMk cId="1245074157" sldId="2147483660"/>
              <pc:sldLayoutMk cId="3569607604" sldId="2147483791"/>
              <ac:spMk id="13" creationId="{50A9DFC3-AEA3-C846-8DCB-4FA6A6FC54E9}"/>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012600051" sldId="2147483792"/>
          </pc:sldLayoutMkLst>
          <pc:spChg chg="mod">
            <ac:chgData name="Jason Cook" userId="6ebe3673-38a7-4e40-b49b-9fac593f6c12" providerId="ADAL" clId="{A342717E-9E3B-4A75-8CE3-3E9BF7645C5B}" dt="2026-05-20T17:48:56.578" v="1"/>
            <ac:spMkLst>
              <pc:docMk/>
              <pc:sldMasterMk cId="1245074157" sldId="2147483660"/>
              <pc:sldLayoutMk cId="3012600051" sldId="2147483792"/>
              <ac:spMk id="8" creationId="{DD23A2E5-7DF9-3E42-8FF7-1F52FA94B039}"/>
            </ac:spMkLst>
          </pc:spChg>
          <pc:spChg chg="mod">
            <ac:chgData name="Jason Cook" userId="6ebe3673-38a7-4e40-b49b-9fac593f6c12" providerId="ADAL" clId="{A342717E-9E3B-4A75-8CE3-3E9BF7645C5B}" dt="2026-05-20T17:48:56.578" v="1"/>
            <ac:spMkLst>
              <pc:docMk/>
              <pc:sldMasterMk cId="1245074157" sldId="2147483660"/>
              <pc:sldLayoutMk cId="3012600051" sldId="2147483792"/>
              <ac:spMk id="9" creationId="{E86E1330-9ED2-2645-B516-145C6EB98F8A}"/>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2874378447" sldId="2147483793"/>
          </pc:sldLayoutMkLst>
          <pc:spChg chg="mod">
            <ac:chgData name="Jason Cook" userId="6ebe3673-38a7-4e40-b49b-9fac593f6c12" providerId="ADAL" clId="{A342717E-9E3B-4A75-8CE3-3E9BF7645C5B}" dt="2026-05-20T17:48:56.578" v="1"/>
            <ac:spMkLst>
              <pc:docMk/>
              <pc:sldMasterMk cId="1245074157" sldId="2147483660"/>
              <pc:sldLayoutMk cId="2874378447" sldId="2147483793"/>
              <ac:spMk id="11" creationId="{6FAE51A8-BD8E-3E44-B52C-3D0D2FEA3A8F}"/>
            </ac:spMkLst>
          </pc:spChg>
          <pc:spChg chg="mod">
            <ac:chgData name="Jason Cook" userId="6ebe3673-38a7-4e40-b49b-9fac593f6c12" providerId="ADAL" clId="{A342717E-9E3B-4A75-8CE3-3E9BF7645C5B}" dt="2026-05-20T17:48:56.578" v="1"/>
            <ac:spMkLst>
              <pc:docMk/>
              <pc:sldMasterMk cId="1245074157" sldId="2147483660"/>
              <pc:sldLayoutMk cId="2874378447" sldId="2147483793"/>
              <ac:spMk id="12" creationId="{7547AEDB-C4CC-B049-8D2A-220A88AC2505}"/>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703957569" sldId="2147483794"/>
          </pc:sldLayoutMkLst>
          <pc:spChg chg="mod">
            <ac:chgData name="Jason Cook" userId="6ebe3673-38a7-4e40-b49b-9fac593f6c12" providerId="ADAL" clId="{A342717E-9E3B-4A75-8CE3-3E9BF7645C5B}" dt="2026-05-20T17:48:56.578" v="1"/>
            <ac:spMkLst>
              <pc:docMk/>
              <pc:sldMasterMk cId="1245074157" sldId="2147483660"/>
              <pc:sldLayoutMk cId="1703957569" sldId="2147483794"/>
              <ac:spMk id="29" creationId="{142531D6-B640-1B4A-ACA4-7F77C49FF2CB}"/>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30" creationId="{2C173A1D-BB63-5640-BB62-7AD820030C48}"/>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31" creationId="{A8662F1C-F639-0647-953E-6AF9B3C4E108}"/>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33" creationId="{4CD789D4-8522-B2D3-95F4-34B3B0D7B268}"/>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4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5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5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5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703957569" sldId="2147483794"/>
              <ac:spMk id="253"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241334210" sldId="2147483795"/>
          </pc:sldLayoutMkLst>
          <pc:spChg chg="mod">
            <ac:chgData name="Jason Cook" userId="6ebe3673-38a7-4e40-b49b-9fac593f6c12" providerId="ADAL" clId="{A342717E-9E3B-4A75-8CE3-3E9BF7645C5B}" dt="2026-05-20T17:48:56.578" v="1"/>
            <ac:spMkLst>
              <pc:docMk/>
              <pc:sldMasterMk cId="1245074157" sldId="2147483660"/>
              <pc:sldLayoutMk cId="1241334210" sldId="2147483795"/>
              <ac:spMk id="26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41334210" sldId="2147483795"/>
              <ac:spMk id="2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41334210" sldId="2147483795"/>
              <ac:spMk id="264" creationId="{00000000-0000-0000-0000-000000000000}"/>
            </ac:spMkLst>
          </pc:spChg>
        </pc:sldLayoutChg>
        <pc:sldLayoutChg chg="modSp mod ord">
          <pc:chgData name="Jason Cook" userId="6ebe3673-38a7-4e40-b49b-9fac593f6c12" providerId="ADAL" clId="{A342717E-9E3B-4A75-8CE3-3E9BF7645C5B}" dt="2026-05-20T17:48:56.578" v="1"/>
          <pc:sldLayoutMkLst>
            <pc:docMk/>
            <pc:sldMasterMk cId="1245074157" sldId="2147483660"/>
            <pc:sldLayoutMk cId="422179864" sldId="2147483823"/>
          </pc:sldLayoutMkLst>
          <pc:spChg chg="mod">
            <ac:chgData name="Jason Cook" userId="6ebe3673-38a7-4e40-b49b-9fac593f6c12" providerId="ADAL" clId="{A342717E-9E3B-4A75-8CE3-3E9BF7645C5B}" dt="2026-05-20T17:48:56.578" v="1"/>
            <ac:spMkLst>
              <pc:docMk/>
              <pc:sldMasterMk cId="1245074157" sldId="2147483660"/>
              <pc:sldLayoutMk cId="422179864" sldId="2147483823"/>
              <ac:spMk id="2" creationId="{D0AAD849-7CFE-4AF7-A7C5-6BBD50C88C1A}"/>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640515651" sldId="2147483841"/>
          </pc:sldLayoutMkLst>
          <pc:spChg chg="mod">
            <ac:chgData name="Jason Cook" userId="6ebe3673-38a7-4e40-b49b-9fac593f6c12" providerId="ADAL" clId="{A342717E-9E3B-4A75-8CE3-3E9BF7645C5B}" dt="2026-05-20T17:48:56.578" v="1"/>
            <ac:spMkLst>
              <pc:docMk/>
              <pc:sldMasterMk cId="1245074157" sldId="2147483660"/>
              <pc:sldLayoutMk cId="640515651" sldId="2147483841"/>
              <ac:spMk id="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640515651" sldId="2147483841"/>
              <ac:spMk id="6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27600092" sldId="2147483842"/>
          </pc:sldLayoutMkLst>
          <pc:spChg chg="mod">
            <ac:chgData name="Jason Cook" userId="6ebe3673-38a7-4e40-b49b-9fac593f6c12" providerId="ADAL" clId="{A342717E-9E3B-4A75-8CE3-3E9BF7645C5B}" dt="2026-05-20T17:48:56.578" v="1"/>
            <ac:spMkLst>
              <pc:docMk/>
              <pc:sldMasterMk cId="1245074157" sldId="2147483660"/>
              <pc:sldLayoutMk cId="327600092" sldId="2147483842"/>
              <ac:spMk id="7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27600092" sldId="2147483842"/>
              <ac:spMk id="75"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64645261" sldId="2147483843"/>
          </pc:sldLayoutMkLst>
          <pc:spChg chg="mod">
            <ac:chgData name="Jason Cook" userId="6ebe3673-38a7-4e40-b49b-9fac593f6c12" providerId="ADAL" clId="{A342717E-9E3B-4A75-8CE3-3E9BF7645C5B}" dt="2026-05-20T17:48:56.578" v="1"/>
            <ac:spMkLst>
              <pc:docMk/>
              <pc:sldMasterMk cId="1245074157" sldId="2147483660"/>
              <pc:sldLayoutMk cId="64645261" sldId="2147483843"/>
              <ac:spMk id="22" creationId="{B45F3749-769E-DA54-88F0-E2FE19871245}"/>
            </ac:spMkLst>
          </pc:spChg>
          <pc:spChg chg="mod">
            <ac:chgData name="Jason Cook" userId="6ebe3673-38a7-4e40-b49b-9fac593f6c12" providerId="ADAL" clId="{A342717E-9E3B-4A75-8CE3-3E9BF7645C5B}" dt="2026-05-20T17:48:56.578" v="1"/>
            <ac:spMkLst>
              <pc:docMk/>
              <pc:sldMasterMk cId="1245074157" sldId="2147483660"/>
              <pc:sldLayoutMk cId="64645261" sldId="2147483843"/>
              <ac:spMk id="23" creationId="{8E7A2B80-0948-97B9-AC9D-301C1591AC71}"/>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670724126" sldId="2147483844"/>
          </pc:sldLayoutMkLst>
          <pc:spChg chg="mod">
            <ac:chgData name="Jason Cook" userId="6ebe3673-38a7-4e40-b49b-9fac593f6c12" providerId="ADAL" clId="{A342717E-9E3B-4A75-8CE3-3E9BF7645C5B}" dt="2026-05-20T17:48:56.578" v="1"/>
            <ac:spMkLst>
              <pc:docMk/>
              <pc:sldMasterMk cId="1245074157" sldId="2147483660"/>
              <pc:sldLayoutMk cId="1670724126" sldId="2147483844"/>
              <ac:spMk id="8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70724126" sldId="2147483844"/>
              <ac:spMk id="8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70724126" sldId="2147483844"/>
              <ac:spMk id="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70724126" sldId="2147483844"/>
              <ac:spMk id="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670724126" sldId="2147483844"/>
              <ac:spMk id="86"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413236631" sldId="2147483845"/>
          </pc:sldLayoutMkLst>
          <pc:spChg chg="mod">
            <ac:chgData name="Jason Cook" userId="6ebe3673-38a7-4e40-b49b-9fac593f6c12" providerId="ADAL" clId="{A342717E-9E3B-4A75-8CE3-3E9BF7645C5B}" dt="2026-05-20T17:48:56.578" v="1"/>
            <ac:spMkLst>
              <pc:docMk/>
              <pc:sldMasterMk cId="1245074157" sldId="2147483660"/>
              <pc:sldLayoutMk cId="3413236631" sldId="2147483845"/>
              <ac:spMk id="9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7"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13236631" sldId="2147483845"/>
              <ac:spMk id="109"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482017480" sldId="2147483846"/>
          </pc:sldLayoutMkLst>
          <pc:spChg chg="mod">
            <ac:chgData name="Jason Cook" userId="6ebe3673-38a7-4e40-b49b-9fac593f6c12" providerId="ADAL" clId="{A342717E-9E3B-4A75-8CE3-3E9BF7645C5B}" dt="2026-05-20T17:48:56.578" v="1"/>
            <ac:spMkLst>
              <pc:docMk/>
              <pc:sldMasterMk cId="1245074157" sldId="2147483660"/>
              <pc:sldLayoutMk cId="3482017480" sldId="2147483846"/>
              <ac:spMk id="11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82017480" sldId="2147483846"/>
              <ac:spMk id="12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82017480" sldId="2147483846"/>
              <ac:spMk id="12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82017480" sldId="2147483846"/>
              <ac:spMk id="12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82017480" sldId="2147483846"/>
              <ac:spMk id="12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482017480" sldId="2147483846"/>
              <ac:spMk id="124"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590072265" sldId="2147483847"/>
          </pc:sldLayoutMkLst>
          <pc:spChg chg="mod">
            <ac:chgData name="Jason Cook" userId="6ebe3673-38a7-4e40-b49b-9fac593f6c12" providerId="ADAL" clId="{A342717E-9E3B-4A75-8CE3-3E9BF7645C5B}" dt="2026-05-20T17:48:56.578" v="1"/>
            <ac:spMkLst>
              <pc:docMk/>
              <pc:sldMasterMk cId="1245074157" sldId="2147483660"/>
              <pc:sldLayoutMk cId="590072265" sldId="2147483847"/>
              <ac:spMk id="42" creationId="{770EE0F9-203B-9148-A3BA-831953FEF71D}"/>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50" creationId="{D612543C-1131-2740-B754-942B3C674732}"/>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51" creationId="{D02644DB-3AB0-6A40-906C-1B97F6BB74DF}"/>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52" creationId="{183614BC-81FB-DD41-94B5-38C9366C2FD7}"/>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53" creationId="{DE9CF3D8-208C-EF41-A2C5-9CB01676BFCD}"/>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1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15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15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15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0072265" sldId="2147483847"/>
              <ac:spMk id="158"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933885404" sldId="2147483848"/>
          </pc:sldLayoutMkLst>
          <pc:spChg chg="mod">
            <ac:chgData name="Jason Cook" userId="6ebe3673-38a7-4e40-b49b-9fac593f6c12" providerId="ADAL" clId="{A342717E-9E3B-4A75-8CE3-3E9BF7645C5B}" dt="2026-05-20T17:48:56.578" v="1"/>
            <ac:spMkLst>
              <pc:docMk/>
              <pc:sldMasterMk cId="1245074157" sldId="2147483660"/>
              <pc:sldLayoutMk cId="3933885404" sldId="2147483848"/>
              <ac:spMk id="32" creationId="{E7A6AB27-0469-C841-892F-B81BA63227CF}"/>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33" creationId="{CCD79018-57BD-894A-9B47-70A12FA8EE6C}"/>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34" creationId="{3821B06F-3407-5C43-AD89-CD938462AD2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35" creationId="{86A4FF54-90AF-1547-A759-FE79ACB06627}"/>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7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84"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85"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8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87"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3933885404" sldId="2147483848"/>
              <ac:spMk id="188"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577812529" sldId="2147483849"/>
          </pc:sldLayoutMkLst>
          <pc:spChg chg="mod">
            <ac:chgData name="Jason Cook" userId="6ebe3673-38a7-4e40-b49b-9fac593f6c12" providerId="ADAL" clId="{A342717E-9E3B-4A75-8CE3-3E9BF7645C5B}" dt="2026-05-20T17:48:56.578" v="1"/>
            <ac:spMkLst>
              <pc:docMk/>
              <pc:sldMasterMk cId="1245074157" sldId="2147483660"/>
              <pc:sldLayoutMk cId="577812529" sldId="2147483849"/>
              <ac:spMk id="196"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77812529" sldId="2147483849"/>
              <ac:spMk id="197"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243503193" sldId="2147483850"/>
          </pc:sldLayoutMkLst>
          <pc:spChg chg="mod">
            <ac:chgData name="Jason Cook" userId="6ebe3673-38a7-4e40-b49b-9fac593f6c12" providerId="ADAL" clId="{A342717E-9E3B-4A75-8CE3-3E9BF7645C5B}" dt="2026-05-20T17:48:56.578" v="1"/>
            <ac:spMkLst>
              <pc:docMk/>
              <pc:sldMasterMk cId="1245074157" sldId="2147483660"/>
              <pc:sldLayoutMk cId="243503193" sldId="2147483850"/>
              <ac:spMk id="12" creationId="{21617290-5BA6-E043-927A-954A333996EA}"/>
            </ac:spMkLst>
          </pc:spChg>
          <pc:spChg chg="mod">
            <ac:chgData name="Jason Cook" userId="6ebe3673-38a7-4e40-b49b-9fac593f6c12" providerId="ADAL" clId="{A342717E-9E3B-4A75-8CE3-3E9BF7645C5B}" dt="2026-05-20T17:48:56.578" v="1"/>
            <ac:spMkLst>
              <pc:docMk/>
              <pc:sldMasterMk cId="1245074157" sldId="2147483660"/>
              <pc:sldLayoutMk cId="243503193" sldId="2147483850"/>
              <ac:spMk id="13" creationId="{2198EE9C-6D95-BE49-B93E-3C11A582D724}"/>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369972645" sldId="2147483851"/>
          </pc:sldLayoutMkLst>
          <pc:spChg chg="mod">
            <ac:chgData name="Jason Cook" userId="6ebe3673-38a7-4e40-b49b-9fac593f6c12" providerId="ADAL" clId="{A342717E-9E3B-4A75-8CE3-3E9BF7645C5B}" dt="2026-05-20T17:48:56.578" v="1"/>
            <ac:spMkLst>
              <pc:docMk/>
              <pc:sldMasterMk cId="1245074157" sldId="2147483660"/>
              <pc:sldLayoutMk cId="369972645" sldId="2147483851"/>
              <ac:spMk id="12" creationId="{0D5A692D-5E2C-3545-9A63-90E5192CEDE4}"/>
            </ac:spMkLst>
          </pc:spChg>
          <pc:spChg chg="mod">
            <ac:chgData name="Jason Cook" userId="6ebe3673-38a7-4e40-b49b-9fac593f6c12" providerId="ADAL" clId="{A342717E-9E3B-4A75-8CE3-3E9BF7645C5B}" dt="2026-05-20T17:48:56.578" v="1"/>
            <ac:spMkLst>
              <pc:docMk/>
              <pc:sldMasterMk cId="1245074157" sldId="2147483660"/>
              <pc:sldLayoutMk cId="369972645" sldId="2147483851"/>
              <ac:spMk id="13" creationId="{50A9DFC3-AEA3-C846-8DCB-4FA6A6FC54E9}"/>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099053604" sldId="2147483852"/>
          </pc:sldLayoutMkLst>
          <pc:spChg chg="mod">
            <ac:chgData name="Jason Cook" userId="6ebe3673-38a7-4e40-b49b-9fac593f6c12" providerId="ADAL" clId="{A342717E-9E3B-4A75-8CE3-3E9BF7645C5B}" dt="2026-05-20T17:48:56.578" v="1"/>
            <ac:spMkLst>
              <pc:docMk/>
              <pc:sldMasterMk cId="1245074157" sldId="2147483660"/>
              <pc:sldLayoutMk cId="1099053604" sldId="2147483852"/>
              <ac:spMk id="8" creationId="{DD23A2E5-7DF9-3E42-8FF7-1F52FA94B039}"/>
            </ac:spMkLst>
          </pc:spChg>
          <pc:spChg chg="mod">
            <ac:chgData name="Jason Cook" userId="6ebe3673-38a7-4e40-b49b-9fac593f6c12" providerId="ADAL" clId="{A342717E-9E3B-4A75-8CE3-3E9BF7645C5B}" dt="2026-05-20T17:48:56.578" v="1"/>
            <ac:spMkLst>
              <pc:docMk/>
              <pc:sldMasterMk cId="1245074157" sldId="2147483660"/>
              <pc:sldLayoutMk cId="1099053604" sldId="2147483852"/>
              <ac:spMk id="9" creationId="{E86E1330-9ED2-2645-B516-145C6EB98F8A}"/>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881302924" sldId="2147483853"/>
          </pc:sldLayoutMkLst>
          <pc:spChg chg="mod">
            <ac:chgData name="Jason Cook" userId="6ebe3673-38a7-4e40-b49b-9fac593f6c12" providerId="ADAL" clId="{A342717E-9E3B-4A75-8CE3-3E9BF7645C5B}" dt="2026-05-20T17:48:56.578" v="1"/>
            <ac:spMkLst>
              <pc:docMk/>
              <pc:sldMasterMk cId="1245074157" sldId="2147483660"/>
              <pc:sldLayoutMk cId="881302924" sldId="2147483853"/>
              <ac:spMk id="11" creationId="{6FAE51A8-BD8E-3E44-B52C-3D0D2FEA3A8F}"/>
            </ac:spMkLst>
          </pc:spChg>
          <pc:spChg chg="mod">
            <ac:chgData name="Jason Cook" userId="6ebe3673-38a7-4e40-b49b-9fac593f6c12" providerId="ADAL" clId="{A342717E-9E3B-4A75-8CE3-3E9BF7645C5B}" dt="2026-05-20T17:48:56.578" v="1"/>
            <ac:spMkLst>
              <pc:docMk/>
              <pc:sldMasterMk cId="1245074157" sldId="2147483660"/>
              <pc:sldLayoutMk cId="881302924" sldId="2147483853"/>
              <ac:spMk id="12" creationId="{7547AEDB-C4CC-B049-8D2A-220A88AC2505}"/>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1272390891" sldId="2147483854"/>
          </pc:sldLayoutMkLst>
          <pc:spChg chg="mod">
            <ac:chgData name="Jason Cook" userId="6ebe3673-38a7-4e40-b49b-9fac593f6c12" providerId="ADAL" clId="{A342717E-9E3B-4A75-8CE3-3E9BF7645C5B}" dt="2026-05-20T17:48:56.578" v="1"/>
            <ac:spMkLst>
              <pc:docMk/>
              <pc:sldMasterMk cId="1245074157" sldId="2147483660"/>
              <pc:sldLayoutMk cId="1272390891" sldId="2147483854"/>
              <ac:spMk id="30" creationId="{2C173A1D-BB63-5640-BB62-7AD820030C48}"/>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31" creationId="{A8662F1C-F639-0647-953E-6AF9B3C4E108}"/>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33" creationId="{4CD789D4-8522-B2D3-95F4-34B3B0D7B268}"/>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4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4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48"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49"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50"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51"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1272390891" sldId="2147483854"/>
              <ac:spMk id="253" creationId="{00000000-0000-0000-0000-000000000000}"/>
            </ac:spMkLst>
          </pc:spChg>
        </pc:sldLayoutChg>
        <pc:sldLayoutChg chg="modSp del mod ord">
          <pc:chgData name="Jason Cook" userId="6ebe3673-38a7-4e40-b49b-9fac593f6c12" providerId="ADAL" clId="{A342717E-9E3B-4A75-8CE3-3E9BF7645C5B}" dt="2026-05-20T17:48:56.596" v="2"/>
          <pc:sldLayoutMkLst>
            <pc:docMk/>
            <pc:sldMasterMk cId="1245074157" sldId="2147483660"/>
            <pc:sldLayoutMk cId="593738763" sldId="2147483855"/>
          </pc:sldLayoutMkLst>
          <pc:spChg chg="mod">
            <ac:chgData name="Jason Cook" userId="6ebe3673-38a7-4e40-b49b-9fac593f6c12" providerId="ADAL" clId="{A342717E-9E3B-4A75-8CE3-3E9BF7645C5B}" dt="2026-05-20T17:48:56.578" v="1"/>
            <ac:spMkLst>
              <pc:docMk/>
              <pc:sldMasterMk cId="1245074157" sldId="2147483660"/>
              <pc:sldLayoutMk cId="593738763" sldId="2147483855"/>
              <ac:spMk id="262"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3738763" sldId="2147483855"/>
              <ac:spMk id="263" creationId="{00000000-0000-0000-0000-000000000000}"/>
            </ac:spMkLst>
          </pc:spChg>
          <pc:spChg chg="mod">
            <ac:chgData name="Jason Cook" userId="6ebe3673-38a7-4e40-b49b-9fac593f6c12" providerId="ADAL" clId="{A342717E-9E3B-4A75-8CE3-3E9BF7645C5B}" dt="2026-05-20T17:48:56.578" v="1"/>
            <ac:spMkLst>
              <pc:docMk/>
              <pc:sldMasterMk cId="1245074157" sldId="2147483660"/>
              <pc:sldLayoutMk cId="593738763" sldId="2147483855"/>
              <ac:spMk id="264" creationId="{00000000-0000-0000-0000-000000000000}"/>
            </ac:spMkLst>
          </pc:spChg>
        </pc:sldLayoutChg>
        <pc:sldLayoutChg chg="modSp mod ord">
          <pc:chgData name="Jason Cook" userId="6ebe3673-38a7-4e40-b49b-9fac593f6c12" providerId="ADAL" clId="{A342717E-9E3B-4A75-8CE3-3E9BF7645C5B}" dt="2026-05-20T17:48:56.578" v="1"/>
          <pc:sldLayoutMkLst>
            <pc:docMk/>
            <pc:sldMasterMk cId="1245074157" sldId="2147483660"/>
            <pc:sldLayoutMk cId="288898253" sldId="2147483883"/>
          </pc:sldLayoutMkLst>
          <pc:spChg chg="mod">
            <ac:chgData name="Jason Cook" userId="6ebe3673-38a7-4e40-b49b-9fac593f6c12" providerId="ADAL" clId="{A342717E-9E3B-4A75-8CE3-3E9BF7645C5B}" dt="2026-05-20T17:48:56.578" v="1"/>
            <ac:spMkLst>
              <pc:docMk/>
              <pc:sldMasterMk cId="1245074157" sldId="2147483660"/>
              <pc:sldLayoutMk cId="288898253" sldId="2147483883"/>
              <ac:spMk id="2" creationId="{D0AAD849-7CFE-4AF7-A7C5-6BBD50C88C1A}"/>
            </ac:spMkLst>
          </pc:spChg>
        </pc:sldLayoutChg>
      </pc:sldMasterChg>
      <pc:sldMasterChg chg="del sldLayoutOrd">
        <pc:chgData name="Jason Cook" userId="6ebe3673-38a7-4e40-b49b-9fac593f6c12" providerId="ADAL" clId="{A342717E-9E3B-4A75-8CE3-3E9BF7645C5B}" dt="2026-05-20T17:48:56.596" v="2"/>
        <pc:sldMasterMkLst>
          <pc:docMk/>
          <pc:sldMasterMk cId="1118222329" sldId="2147483720"/>
        </pc:sldMasterMkLst>
      </pc:sldMasterChg>
      <pc:sldMasterChg chg="del sldLayoutOrd">
        <pc:chgData name="Jason Cook" userId="6ebe3673-38a7-4e40-b49b-9fac593f6c12" providerId="ADAL" clId="{A342717E-9E3B-4A75-8CE3-3E9BF7645C5B}" dt="2026-05-20T17:48:56.596" v="2"/>
        <pc:sldMasterMkLst>
          <pc:docMk/>
          <pc:sldMasterMk cId="1027207393" sldId="2147483780"/>
        </pc:sldMasterMkLst>
      </pc:sldMasterChg>
      <pc:sldMasterChg chg="del sldLayoutOrd">
        <pc:chgData name="Jason Cook" userId="6ebe3673-38a7-4e40-b49b-9fac593f6c12" providerId="ADAL" clId="{A342717E-9E3B-4A75-8CE3-3E9BF7645C5B}" dt="2026-05-20T17:48:56.596" v="2"/>
        <pc:sldMasterMkLst>
          <pc:docMk/>
          <pc:sldMasterMk cId="1783403681" sldId="2147483840"/>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A4668E-02D8-432C-91C6-4EE8D627E54F}" type="datetimeFigureOut">
              <a:rPr lang="en-US" smtClean="0"/>
              <a:t>5/20/2026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945D86-F50F-4BDB-9A7F-AAF99E9C1FCC}" type="slidenum">
              <a:rPr lang="en-US" smtClean="0"/>
              <a:t>‹#›</a:t>
            </a:fld>
            <a:endParaRPr lang="en-US"/>
          </a:p>
        </p:txBody>
      </p:sp>
    </p:spTree>
    <p:extLst>
      <p:ext uri="{BB962C8B-B14F-4D97-AF65-F5344CB8AC3E}">
        <p14:creationId xmlns:p14="http://schemas.microsoft.com/office/powerpoint/2010/main" val="1364926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techcommunity.microsoft.com/blog/azure-ai-foundry-blog/best-practices-for-mitigating-hallucinations-in-large-language-models-llms/4403129"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aclanthology.org/2025.findings-acl.919.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hogonext.com/how-to-build-grounded-llms-a-quick-guide/"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galileo.ai/blog/chain-of-thought-prompting-techniques"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code.visualstudio.com/docs/copilot/customization/custom-agents#_why-use-custom-agents"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github.com/github/awesome-copilot"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E73D2-2A84-7286-EF2B-DB671B569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367C9-6E9B-FFCD-04BB-25A5C0CD9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90C524-2325-D885-544B-7D502F3E2CBB}"/>
              </a:ext>
            </a:extLst>
          </p:cNvPr>
          <p:cNvSpPr>
            <a:spLocks noGrp="1"/>
          </p:cNvSpPr>
          <p:nvPr>
            <p:ph type="body" idx="1"/>
          </p:nvPr>
        </p:nvSpPr>
        <p:spPr/>
        <p:txBody>
          <a:bodyPr/>
          <a:lstStyle/>
          <a:p>
            <a:r>
              <a:rPr lang="en-US" b="1"/>
              <a:t>VAGUE</a:t>
            </a:r>
            <a:br>
              <a:rPr lang="en-US"/>
            </a:br>
            <a:r>
              <a:rPr lang="en-US" i="1"/>
              <a:t>Write some Python code.</a:t>
            </a:r>
            <a:endParaRPr lang="en-US"/>
          </a:p>
          <a:p>
            <a:r>
              <a:rPr lang="en-US" b="1"/>
              <a:t>SPECIFIC</a:t>
            </a:r>
            <a:br>
              <a:rPr lang="en-US"/>
            </a:br>
            <a:r>
              <a:rPr lang="en-US" i="1"/>
              <a:t>Write a Python script that reads a CSV file and calculates the average value of a column named “sales”.</a:t>
            </a:r>
            <a:endParaRPr lang="en-US"/>
          </a:p>
          <a:p>
            <a:r>
              <a:rPr lang="en-US" b="1"/>
              <a:t>MOST SPECIFIC</a:t>
            </a:r>
            <a:br>
              <a:rPr lang="en-US"/>
            </a:br>
            <a:r>
              <a:rPr lang="en-US" i="1"/>
              <a:t>Write a Python script that reads a CSV file named </a:t>
            </a:r>
            <a:r>
              <a:rPr lang="en-US" sz="1200" i="1" kern="1200">
                <a:solidFill>
                  <a:schemeClr val="tx1"/>
                </a:solidFill>
                <a:latin typeface="+mn-lt"/>
                <a:ea typeface="+mn-ea"/>
                <a:cs typeface="+mn-cs"/>
              </a:rPr>
              <a:t>monthly_sales.csv</a:t>
            </a:r>
            <a:r>
              <a:rPr lang="en-US" i="1"/>
              <a:t> from the </a:t>
            </a:r>
            <a:r>
              <a:rPr lang="en-US" sz="1200" i="1" kern="1200">
                <a:solidFill>
                  <a:schemeClr val="tx1"/>
                </a:solidFill>
                <a:latin typeface="+mn-lt"/>
                <a:ea typeface="+mn-ea"/>
                <a:cs typeface="+mn-cs"/>
              </a:rPr>
              <a:t>/data</a:t>
            </a:r>
            <a:r>
              <a:rPr lang="en-US" i="1"/>
              <a:t> folder, calculates the average value of the “sales” column, and outputs the result in JSON format. The script should handle missing values gracefully and include comments explaining each step. I’m integrating this into a Flask API, so make sure the function can be reused as part of an endpoint</a:t>
            </a:r>
            <a:endParaRPr lang="en-US"/>
          </a:p>
          <a:p>
            <a:endParaRPr lang="en-US"/>
          </a:p>
        </p:txBody>
      </p:sp>
      <p:sp>
        <p:nvSpPr>
          <p:cNvPr id="4" name="Slide Number Placeholder 3">
            <a:extLst>
              <a:ext uri="{FF2B5EF4-FFF2-40B4-BE49-F238E27FC236}">
                <a16:creationId xmlns:a16="http://schemas.microsoft.com/office/drawing/2014/main" id="{0A1C03A2-E939-E0EB-AF5B-19EB2F2834E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9098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Few-shot prompting</a:t>
            </a:r>
            <a:r>
              <a:rPr lang="en-US"/>
              <a:t> → you provide multiple examples (good and/or bad).</a:t>
            </a:r>
          </a:p>
          <a:p>
            <a:r>
              <a:rPr lang="en-US" b="1"/>
              <a:t>One-shot prompting</a:t>
            </a:r>
            <a:r>
              <a:rPr lang="en-US"/>
              <a:t> → you provide a single example.</a:t>
            </a:r>
          </a:p>
          <a:p>
            <a:r>
              <a:rPr lang="en-US"/>
              <a:t>Also useful terms: </a:t>
            </a:r>
          </a:p>
          <a:p>
            <a:pPr lvl="1"/>
            <a:r>
              <a:rPr lang="en-US" b="1"/>
              <a:t>Contrastive prompting</a:t>
            </a:r>
            <a:r>
              <a:rPr lang="en-US"/>
              <a:t> → show </a:t>
            </a:r>
            <a:r>
              <a:rPr lang="en-US" i="1"/>
              <a:t>bad</a:t>
            </a:r>
            <a:r>
              <a:rPr lang="en-US"/>
              <a:t> </a:t>
            </a:r>
            <a:r>
              <a:rPr lang="en-US" b="1"/>
              <a:t>and</a:t>
            </a:r>
            <a:r>
              <a:rPr lang="en-US"/>
              <a:t> </a:t>
            </a:r>
            <a:r>
              <a:rPr lang="en-US" i="1"/>
              <a:t>good</a:t>
            </a:r>
            <a:r>
              <a:rPr lang="en-US"/>
              <a:t> to highlight the difference.</a:t>
            </a:r>
          </a:p>
          <a:p>
            <a:pPr lvl="1"/>
            <a:r>
              <a:rPr lang="en-US" b="1"/>
              <a:t>Rubric-based prompting</a:t>
            </a:r>
            <a:r>
              <a:rPr lang="en-US"/>
              <a:t> → include a checklist/acceptance criteria that defines “good”.</a:t>
            </a:r>
          </a:p>
          <a:p>
            <a:r>
              <a:rPr lang="en-US"/>
              <a:t>For unit tests, I recommend </a:t>
            </a:r>
            <a:r>
              <a:rPr lang="en-US" b="1"/>
              <a:t>contrastive + rubric-based few-shot prompting</a:t>
            </a:r>
            <a:r>
              <a:rPr lang="en-US"/>
              <a:t>: one bad example, one good example, plus a clear checklist.</a:t>
            </a: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3071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01571-247A-8700-D3CC-3D883FC02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0BAF1C-54AF-A635-B37D-0D5A8E2317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5F53E-45CA-A9AA-FE5C-C56F70E957F8}"/>
              </a:ext>
            </a:extLst>
          </p:cNvPr>
          <p:cNvSpPr>
            <a:spLocks noGrp="1"/>
          </p:cNvSpPr>
          <p:nvPr>
            <p:ph type="body" idx="1"/>
          </p:nvPr>
        </p:nvSpPr>
        <p:spPr/>
        <p:txBody>
          <a:bodyPr/>
          <a:lstStyle/>
          <a:p>
            <a:r>
              <a:rPr lang="en-US"/>
              <a:t>As a </a:t>
            </a:r>
            <a:r>
              <a:rPr lang="en-US" b="1"/>
              <a:t>Principal Engineer</a:t>
            </a:r>
            <a:r>
              <a:rPr lang="en-US"/>
              <a:t> performing a code review, analyze the following TypeScript function and propose </a:t>
            </a:r>
            <a:r>
              <a:rPr lang="en-US" b="1"/>
              <a:t>three improvements</a:t>
            </a:r>
            <a:r>
              <a:rPr lang="en-US"/>
              <a:t> focused on readability, testability, and performance. For each suggestion, include a brief rationale and a code snippet.</a:t>
            </a:r>
            <a:br>
              <a:rPr lang="en-US"/>
            </a:br>
            <a:br>
              <a:rPr lang="en-US"/>
            </a:br>
            <a:endParaRPr lang="en-US"/>
          </a:p>
        </p:txBody>
      </p:sp>
      <p:sp>
        <p:nvSpPr>
          <p:cNvPr id="4" name="Slide Number Placeholder 3">
            <a:extLst>
              <a:ext uri="{FF2B5EF4-FFF2-40B4-BE49-F238E27FC236}">
                <a16:creationId xmlns:a16="http://schemas.microsoft.com/office/drawing/2014/main" id="{8AFF77F9-EFC4-4AAB-6DA0-A3564655A3B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645174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79592-0A7D-FE87-F2A0-4AF5A5B9D0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3BBE8-09F8-B2D8-70D0-C36567836C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6DBB15-6CA6-8660-CB0E-EF0D8DB448A2}"/>
              </a:ext>
            </a:extLst>
          </p:cNvPr>
          <p:cNvSpPr>
            <a:spLocks noGrp="1"/>
          </p:cNvSpPr>
          <p:nvPr>
            <p:ph type="body" idx="1"/>
          </p:nvPr>
        </p:nvSpPr>
        <p:spPr/>
        <p:txBody>
          <a:bodyPr/>
          <a:lstStyle/>
          <a:p>
            <a:br>
              <a:rPr lang="en-US"/>
            </a:br>
            <a:endParaRPr lang="en-US"/>
          </a:p>
        </p:txBody>
      </p:sp>
      <p:sp>
        <p:nvSpPr>
          <p:cNvPr id="4" name="Slide Number Placeholder 3">
            <a:extLst>
              <a:ext uri="{FF2B5EF4-FFF2-40B4-BE49-F238E27FC236}">
                <a16:creationId xmlns:a16="http://schemas.microsoft.com/office/drawing/2014/main" id="{B18E5AE9-F68D-E2DB-349B-48F04F47F37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01719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a:solidFill>
                  <a:schemeClr val="tx1"/>
                </a:solidFill>
                <a:effectLst/>
                <a:latin typeface="+mn-lt"/>
                <a:ea typeface="+mn-ea"/>
                <a:cs typeface="+mn-cs"/>
              </a:rPr>
              <a:t>Ground Responses in Source Material</a:t>
            </a:r>
          </a:p>
          <a:p>
            <a:r>
              <a:rPr lang="en-US" sz="1200" kern="1200">
                <a:solidFill>
                  <a:schemeClr val="tx1"/>
                </a:solidFill>
                <a:effectLst/>
                <a:latin typeface="+mn-lt"/>
                <a:ea typeface="+mn-ea"/>
                <a:cs typeface="+mn-cs"/>
              </a:rPr>
              <a:t>For tasks involving documentation or large codebases, instruct the model to:</a:t>
            </a:r>
          </a:p>
          <a:p>
            <a:pPr lvl="0"/>
            <a:r>
              <a:rPr lang="en-US" sz="1200" kern="1200">
                <a:solidFill>
                  <a:schemeClr val="tx1"/>
                </a:solidFill>
                <a:effectLst/>
                <a:latin typeface="+mn-lt"/>
                <a:ea typeface="+mn-ea"/>
                <a:cs typeface="+mn-cs"/>
              </a:rPr>
              <a:t>Extract </a:t>
            </a:r>
            <a:r>
              <a:rPr lang="en-US" sz="1200" b="1" kern="1200">
                <a:solidFill>
                  <a:schemeClr val="tx1"/>
                </a:solidFill>
                <a:effectLst/>
                <a:latin typeface="+mn-lt"/>
                <a:ea typeface="+mn-ea"/>
                <a:cs typeface="+mn-cs"/>
              </a:rPr>
              <a:t>verbatim quotes</a:t>
            </a:r>
            <a:r>
              <a:rPr lang="en-US" sz="1200" kern="1200">
                <a:solidFill>
                  <a:schemeClr val="tx1"/>
                </a:solidFill>
                <a:effectLst/>
                <a:latin typeface="+mn-lt"/>
                <a:ea typeface="+mn-ea"/>
                <a:cs typeface="+mn-cs"/>
              </a:rPr>
              <a:t> or </a:t>
            </a:r>
            <a:r>
              <a:rPr lang="en-US" sz="1200" b="1" kern="1200">
                <a:solidFill>
                  <a:schemeClr val="tx1"/>
                </a:solidFill>
                <a:effectLst/>
                <a:latin typeface="+mn-lt"/>
                <a:ea typeface="+mn-ea"/>
                <a:cs typeface="+mn-cs"/>
              </a:rPr>
              <a:t>code snippets</a:t>
            </a:r>
            <a:r>
              <a:rPr lang="en-US" sz="1200" kern="1200">
                <a:solidFill>
                  <a:schemeClr val="tx1"/>
                </a:solidFill>
                <a:effectLst/>
                <a:latin typeface="+mn-lt"/>
                <a:ea typeface="+mn-ea"/>
                <a:cs typeface="+mn-cs"/>
              </a:rPr>
              <a:t> before analysis.</a:t>
            </a:r>
          </a:p>
          <a:p>
            <a:pPr lvl="0"/>
            <a:r>
              <a:rPr lang="en-US" sz="1200" kern="1200">
                <a:solidFill>
                  <a:schemeClr val="tx1"/>
                </a:solidFill>
                <a:effectLst/>
                <a:latin typeface="+mn-lt"/>
                <a:ea typeface="+mn-ea"/>
                <a:cs typeface="+mn-cs"/>
              </a:rPr>
              <a:t>Base reasoning only on retrieved content.</a:t>
            </a:r>
          </a:p>
          <a:p>
            <a:pPr lvl="0"/>
            <a:r>
              <a:rPr lang="en-US" sz="1200" b="1" kern="1200">
                <a:solidFill>
                  <a:schemeClr val="tx1"/>
                </a:solidFill>
                <a:effectLst/>
                <a:latin typeface="+mn-lt"/>
                <a:ea typeface="+mn-ea"/>
                <a:cs typeface="+mn-cs"/>
              </a:rPr>
              <a:t>Reference:</a:t>
            </a:r>
            <a:r>
              <a:rPr lang="en-US" sz="1200" kern="1200">
                <a:solidFill>
                  <a:schemeClr val="tx1"/>
                </a:solidFill>
                <a:effectLst/>
                <a:latin typeface="+mn-lt"/>
                <a:ea typeface="+mn-ea"/>
                <a:cs typeface="+mn-cs"/>
              </a:rPr>
              <a:t> Microsoft’s best practices for grounding outputs via Retrieval-Augmented Generation (RAG).</a:t>
            </a:r>
          </a:p>
          <a:p>
            <a:r>
              <a:rPr lang="en-US" sz="1200" u="sng" kern="1200">
                <a:solidFill>
                  <a:schemeClr val="tx1"/>
                </a:solidFill>
                <a:effectLst/>
                <a:latin typeface="+mn-lt"/>
                <a:ea typeface="+mn-ea"/>
                <a:cs typeface="+mn-cs"/>
                <a:hlinkClick r:id="rId3"/>
              </a:rPr>
              <a:t>https://techcommunity.microsoft.com/blog/azure-ai-foundry-blog/best-practices-for-mitigating-hallucinations-in-large-language-models-llms/4403129</a:t>
            </a:r>
            <a:endParaRPr lang="en-US" sz="120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7671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a:solidFill>
                  <a:schemeClr val="tx1"/>
                </a:solidFill>
                <a:effectLst/>
                <a:latin typeface="+mn-lt"/>
                <a:ea typeface="+mn-ea"/>
                <a:cs typeface="+mn-cs"/>
              </a:rPr>
              <a:t>Data-driven testing (DDT), also known as table-driven testing or parameterized testing, is a software testing technique that uses a table of data that directs test execution by encoding input, expected output and test-environment settings.</a:t>
            </a:r>
            <a:br>
              <a:rPr lang="en-US" sz="1200" b="0" i="0" kern="1200">
                <a:solidFill>
                  <a:schemeClr val="tx1"/>
                </a:solidFill>
                <a:effectLst/>
                <a:latin typeface="+mn-lt"/>
                <a:ea typeface="+mn-ea"/>
                <a:cs typeface="+mn-cs"/>
              </a:rPr>
            </a:br>
            <a:br>
              <a:rPr lang="en-US" sz="1200" b="0" i="0" kern="1200">
                <a:solidFill>
                  <a:schemeClr val="tx1"/>
                </a:solidFill>
                <a:effectLst/>
                <a:latin typeface="+mn-lt"/>
                <a:ea typeface="+mn-ea"/>
                <a:cs typeface="+mn-cs"/>
              </a:rPr>
            </a:br>
            <a:r>
              <a:rPr lang="en-US" sz="1200" b="1" kern="1200">
                <a:solidFill>
                  <a:schemeClr val="tx1"/>
                </a:solidFill>
                <a:effectLst/>
                <a:latin typeface="+mn-lt"/>
                <a:ea typeface="+mn-ea"/>
                <a:cs typeface="+mn-cs"/>
              </a:rPr>
              <a:t>3. Verify with Citations</a:t>
            </a:r>
          </a:p>
          <a:p>
            <a:r>
              <a:rPr lang="en-US" sz="1200" kern="1200">
                <a:solidFill>
                  <a:schemeClr val="tx1"/>
                </a:solidFill>
                <a:effectLst/>
                <a:latin typeface="+mn-lt"/>
                <a:ea typeface="+mn-ea"/>
                <a:cs typeface="+mn-cs"/>
              </a:rPr>
              <a:t>Require the model to:</a:t>
            </a:r>
          </a:p>
          <a:p>
            <a:pPr lvl="0"/>
            <a:r>
              <a:rPr lang="en-US" sz="1200" kern="1200">
                <a:solidFill>
                  <a:schemeClr val="tx1"/>
                </a:solidFill>
                <a:effectLst/>
                <a:latin typeface="+mn-lt"/>
                <a:ea typeface="+mn-ea"/>
                <a:cs typeface="+mn-cs"/>
              </a:rPr>
              <a:t>Cite the source for each claim or code snippet.</a:t>
            </a:r>
          </a:p>
          <a:p>
            <a:pPr lvl="0"/>
            <a:r>
              <a:rPr lang="en-US" sz="1200" kern="1200">
                <a:solidFill>
                  <a:schemeClr val="tx1"/>
                </a:solidFill>
                <a:effectLst/>
                <a:latin typeface="+mn-lt"/>
                <a:ea typeface="+mn-ea"/>
                <a:cs typeface="+mn-cs"/>
              </a:rPr>
              <a:t>Retract any claim that cannot be supported by retrieved evidence.</a:t>
            </a:r>
          </a:p>
          <a:p>
            <a:pPr lvl="0"/>
            <a:r>
              <a:rPr lang="en-US" sz="1200" b="1" kern="1200">
                <a:solidFill>
                  <a:schemeClr val="tx1"/>
                </a:solidFill>
                <a:effectLst/>
                <a:latin typeface="+mn-lt"/>
                <a:ea typeface="+mn-ea"/>
                <a:cs typeface="+mn-cs"/>
              </a:rPr>
              <a:t>Reference:</a:t>
            </a:r>
            <a:r>
              <a:rPr lang="en-US" sz="1200" kern="1200">
                <a:solidFill>
                  <a:schemeClr val="tx1"/>
                </a:solidFill>
                <a:effectLst/>
                <a:latin typeface="+mn-lt"/>
                <a:ea typeface="+mn-ea"/>
                <a:cs typeface="+mn-cs"/>
              </a:rPr>
              <a:t> Transparency and citation-based trustworthiness strategies in recent ACL findings.</a:t>
            </a:r>
          </a:p>
          <a:p>
            <a:r>
              <a:rPr lang="en-US" sz="1200" u="sng" kern="1200">
                <a:solidFill>
                  <a:schemeClr val="tx1"/>
                </a:solidFill>
                <a:effectLst/>
                <a:latin typeface="+mn-lt"/>
                <a:ea typeface="+mn-ea"/>
                <a:cs typeface="+mn-cs"/>
                <a:hlinkClick r:id="rId3"/>
              </a:rPr>
              <a:t>https://aclanthology.org/2025.findings-acl.919.pdf</a:t>
            </a:r>
            <a:endParaRPr lang="en-US" sz="120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59088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044EC-0D7C-AE92-5FBE-7B3E51CE87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341368-7D81-0E17-A2BF-6FCBF939CF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390D1A-3338-F524-E813-C11A5219ECDB}"/>
              </a:ext>
            </a:extLst>
          </p:cNvPr>
          <p:cNvSpPr>
            <a:spLocks noGrp="1"/>
          </p:cNvSpPr>
          <p:nvPr>
            <p:ph type="body" idx="1"/>
          </p:nvPr>
        </p:nvSpPr>
        <p:spPr/>
        <p:txBody>
          <a:bodyPr/>
          <a:lstStyle/>
          <a:p>
            <a:r>
              <a:rPr lang="en-US" sz="1200" kern="1200">
                <a:solidFill>
                  <a:schemeClr val="tx1"/>
                </a:solidFill>
                <a:effectLst/>
                <a:latin typeface="+mn-lt"/>
                <a:ea typeface="+mn-ea"/>
                <a:cs typeface="+mn-cs"/>
              </a:rPr>
              <a:t>Explicitly instruct the model:</a:t>
            </a:r>
          </a:p>
          <a:p>
            <a:pPr lvl="0"/>
            <a:r>
              <a:rPr lang="en-US" sz="1200" i="1" kern="1200">
                <a:solidFill>
                  <a:schemeClr val="tx1"/>
                </a:solidFill>
                <a:effectLst/>
                <a:latin typeface="+mn-lt"/>
                <a:ea typeface="+mn-ea"/>
                <a:cs typeface="+mn-cs"/>
              </a:rPr>
              <a:t>“Use only the provided context or documents; do not rely on general knowledge.”</a:t>
            </a:r>
            <a:r>
              <a:rPr lang="en-US" sz="1200" kern="1200">
                <a:solidFill>
                  <a:schemeClr val="tx1"/>
                </a:solidFill>
                <a:effectLst/>
                <a:latin typeface="+mn-lt"/>
                <a:ea typeface="+mn-ea"/>
                <a:cs typeface="+mn-cs"/>
              </a:rPr>
              <a:t> This prevents speculative code generation.</a:t>
            </a:r>
          </a:p>
          <a:p>
            <a:pPr lvl="0"/>
            <a:r>
              <a:rPr lang="en-US" sz="1200" b="1" kern="1200">
                <a:solidFill>
                  <a:schemeClr val="tx1"/>
                </a:solidFill>
                <a:effectLst/>
                <a:latin typeface="+mn-lt"/>
                <a:ea typeface="+mn-ea"/>
                <a:cs typeface="+mn-cs"/>
              </a:rPr>
              <a:t>Reference:</a:t>
            </a:r>
            <a:r>
              <a:rPr lang="en-US" sz="1200" kern="1200">
                <a:solidFill>
                  <a:schemeClr val="tx1"/>
                </a:solidFill>
                <a:effectLst/>
                <a:latin typeface="+mn-lt"/>
                <a:ea typeface="+mn-ea"/>
                <a:cs typeface="+mn-cs"/>
              </a:rPr>
              <a:t> Grounded LLM frameworks and RAG-based workflows for factual consistency.</a:t>
            </a:r>
          </a:p>
          <a:p>
            <a:r>
              <a:rPr lang="en-US" sz="1200" u="sng" kern="1200">
                <a:solidFill>
                  <a:schemeClr val="tx1"/>
                </a:solidFill>
                <a:effectLst/>
                <a:latin typeface="+mn-lt"/>
                <a:ea typeface="+mn-ea"/>
                <a:cs typeface="+mn-cs"/>
                <a:hlinkClick r:id="rId3"/>
              </a:rPr>
              <a:t>https://hogonext.com/how-to-build-grounded-llms-a-quick-guide/</a:t>
            </a:r>
            <a:endParaRPr lang="en-US" sz="1200" kern="1200">
              <a:solidFill>
                <a:schemeClr val="tx1"/>
              </a:solidFill>
              <a:effectLst/>
              <a:latin typeface="+mn-lt"/>
              <a:ea typeface="+mn-ea"/>
              <a:cs typeface="+mn-cs"/>
            </a:endParaRPr>
          </a:p>
          <a:p>
            <a:endParaRPr lang="en-US"/>
          </a:p>
        </p:txBody>
      </p:sp>
      <p:sp>
        <p:nvSpPr>
          <p:cNvPr id="4" name="Slide Number Placeholder 3">
            <a:extLst>
              <a:ext uri="{FF2B5EF4-FFF2-40B4-BE49-F238E27FC236}">
                <a16:creationId xmlns:a16="http://schemas.microsoft.com/office/drawing/2014/main" id="{4D941ACB-8B8D-2F1E-0838-FDC19F1A157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705296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2061C-46AC-020C-A5B0-0F22C82EC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35E4D-854C-C735-E3FE-E8C92C2DCB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3007FB-D0EE-5235-963C-10CA61E208B4}"/>
              </a:ext>
            </a:extLst>
          </p:cNvPr>
          <p:cNvSpPr>
            <a:spLocks noGrp="1"/>
          </p:cNvSpPr>
          <p:nvPr>
            <p:ph type="body" idx="1"/>
          </p:nvPr>
        </p:nvSpPr>
        <p:spPr/>
        <p:txBody>
          <a:bodyPr/>
          <a:lstStyle/>
          <a:p>
            <a:r>
              <a:rPr lang="en-US" sz="1200" kern="1200">
                <a:solidFill>
                  <a:schemeClr val="tx1"/>
                </a:solidFill>
                <a:effectLst/>
                <a:latin typeface="+mn-lt"/>
                <a:ea typeface="+mn-ea"/>
                <a:cs typeface="+mn-cs"/>
              </a:rPr>
              <a:t>Ask the model to </a:t>
            </a:r>
            <a:r>
              <a:rPr lang="en-US" sz="1200" b="1" kern="1200">
                <a:solidFill>
                  <a:schemeClr val="tx1"/>
                </a:solidFill>
                <a:effectLst/>
                <a:latin typeface="+mn-lt"/>
                <a:ea typeface="+mn-ea"/>
                <a:cs typeface="+mn-cs"/>
              </a:rPr>
              <a:t>show its reasoning step-by-step</a:t>
            </a:r>
            <a:r>
              <a:rPr lang="en-US" sz="1200" kern="1200">
                <a:solidFill>
                  <a:schemeClr val="tx1"/>
                </a:solidFill>
                <a:effectLst/>
                <a:latin typeface="+mn-lt"/>
                <a:ea typeface="+mn-ea"/>
                <a:cs typeface="+mn-cs"/>
              </a:rPr>
              <a:t> before producing final code. This exposes faulty logic early.</a:t>
            </a:r>
          </a:p>
          <a:p>
            <a:pPr lvl="0"/>
            <a:r>
              <a:rPr lang="en-US" sz="1200" b="1" kern="1200">
                <a:solidFill>
                  <a:schemeClr val="tx1"/>
                </a:solidFill>
                <a:effectLst/>
                <a:latin typeface="+mn-lt"/>
                <a:ea typeface="+mn-ea"/>
                <a:cs typeface="+mn-cs"/>
              </a:rPr>
              <a:t>Reference:</a:t>
            </a:r>
            <a:r>
              <a:rPr lang="en-US" sz="1200" kern="1200">
                <a:solidFill>
                  <a:schemeClr val="tx1"/>
                </a:solidFill>
                <a:effectLst/>
                <a:latin typeface="+mn-lt"/>
                <a:ea typeface="+mn-ea"/>
                <a:cs typeface="+mn-cs"/>
              </a:rPr>
              <a:t> Chain-of-Thought prompting improves reasoning reliability and reduces hallucinations in production systems.</a:t>
            </a:r>
          </a:p>
          <a:p>
            <a:r>
              <a:rPr lang="en-US" sz="1200" u="sng" kern="1200">
                <a:solidFill>
                  <a:schemeClr val="tx1"/>
                </a:solidFill>
                <a:effectLst/>
                <a:latin typeface="+mn-lt"/>
                <a:ea typeface="+mn-ea"/>
                <a:cs typeface="+mn-cs"/>
                <a:hlinkClick r:id="rId3"/>
              </a:rPr>
              <a:t>https://galileo.ai/blog/chain-of-thought-prompting-techniques</a:t>
            </a:r>
            <a:endParaRPr lang="en-US" sz="1200" kern="1200">
              <a:solidFill>
                <a:schemeClr val="tx1"/>
              </a:solidFill>
              <a:effectLst/>
              <a:latin typeface="+mn-lt"/>
              <a:ea typeface="+mn-ea"/>
              <a:cs typeface="+mn-cs"/>
            </a:endParaRPr>
          </a:p>
          <a:p>
            <a:endParaRPr lang="en-US"/>
          </a:p>
        </p:txBody>
      </p:sp>
      <p:sp>
        <p:nvSpPr>
          <p:cNvPr id="4" name="Slide Number Placeholder 3">
            <a:extLst>
              <a:ext uri="{FF2B5EF4-FFF2-40B4-BE49-F238E27FC236}">
                <a16:creationId xmlns:a16="http://schemas.microsoft.com/office/drawing/2014/main" id="{71B9ABA0-250A-13FA-17D4-65FA2A1588A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261455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C46AB-679E-AE38-9E1D-1ACAB87AFA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917027-273F-5208-26E5-A6C2C51BB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E8E304-1353-2F2A-F90C-374850BD75D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D327CEA-1232-6A44-4C1D-54226C5A5A8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137643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AA56C-1ABA-3BF8-38B0-B265830371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2CF95D-6ACE-26EB-C48D-6CF0DAF4E9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3E27FF-AAFE-C4C9-41DC-EAEF2A08B0AF}"/>
              </a:ext>
            </a:extLst>
          </p:cNvPr>
          <p:cNvSpPr>
            <a:spLocks noGrp="1"/>
          </p:cNvSpPr>
          <p:nvPr>
            <p:ph type="body" idx="1"/>
          </p:nvPr>
        </p:nvSpPr>
        <p:spPr/>
        <p:txBody>
          <a:bodyPr/>
          <a:lstStyle/>
          <a:p>
            <a:r>
              <a:rPr lang="en-US" dirty="0"/>
              <a:t>This includes skill/agent/</a:t>
            </a:r>
            <a:r>
              <a:rPr lang="en-US" dirty="0" err="1"/>
              <a:t>etc</a:t>
            </a:r>
            <a:r>
              <a:rPr lang="en-US" dirty="0"/>
              <a:t> file.</a:t>
            </a:r>
          </a:p>
        </p:txBody>
      </p:sp>
      <p:sp>
        <p:nvSpPr>
          <p:cNvPr id="4" name="Slide Number Placeholder 3">
            <a:extLst>
              <a:ext uri="{FF2B5EF4-FFF2-40B4-BE49-F238E27FC236}">
                <a16:creationId xmlns:a16="http://schemas.microsoft.com/office/drawing/2014/main" id="{57B1A386-3530-69B2-5F29-6532AE1D27C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103968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91D0D-318E-036D-5248-88105E86F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1ED1A2-18FD-3179-20D9-9C086BE1BC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11622-C53D-A04D-BBFC-A9AD269ACF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13D8BA-9B94-2A69-D420-7341EC0C09B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A7717C3-5BB5-41BA-98F2-98E5A37B60F3}" type="slidenum">
              <a:rPr kumimoji="0" lang="en-DK"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DK"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2712458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F704-00C5-1F0A-92E2-B4576E530B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2CEDCA-1A56-86AC-7858-BDAB7C12B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CCE99-8315-3C51-9002-A16FA6BBBF72}"/>
              </a:ext>
            </a:extLst>
          </p:cNvPr>
          <p:cNvSpPr>
            <a:spLocks noGrp="1"/>
          </p:cNvSpPr>
          <p:nvPr>
            <p:ph type="body" idx="1"/>
          </p:nvPr>
        </p:nvSpPr>
        <p:spPr/>
        <p:txBody>
          <a:bodyPr/>
          <a:lstStyle/>
          <a:p>
            <a:pPr marL="0" marR="0" indent="0">
              <a:lnSpc>
                <a:spcPct val="115000"/>
              </a:lnSpc>
              <a:spcAft>
                <a:spcPts val="800"/>
              </a:spcAft>
              <a:buFont typeface="Arial" panose="020B0604020202020204" pitchFamily="34" charset="0"/>
              <a:buNone/>
            </a:pPr>
            <a:endParaRPr lang="en-US"/>
          </a:p>
        </p:txBody>
      </p:sp>
      <p:sp>
        <p:nvSpPr>
          <p:cNvPr id="4" name="Slide Number Placeholder 3">
            <a:extLst>
              <a:ext uri="{FF2B5EF4-FFF2-40B4-BE49-F238E27FC236}">
                <a16:creationId xmlns:a16="http://schemas.microsoft.com/office/drawing/2014/main" id="{7626A512-7BB8-881C-3B06-AE3CC2747DE5}"/>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392937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FC333-F2D7-E2C6-D041-5B48B002AF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89AD5-4CAF-90EF-209F-1D7D7B23ED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9280-F608-F196-FBB9-FE9311AC3077}"/>
              </a:ext>
            </a:extLst>
          </p:cNvPr>
          <p:cNvSpPr>
            <a:spLocks noGrp="1"/>
          </p:cNvSpPr>
          <p:nvPr>
            <p:ph type="body" idx="1"/>
          </p:nvPr>
        </p:nvSpPr>
        <p:spPr/>
        <p:txBody>
          <a:bodyPr/>
          <a:lstStyle/>
          <a:p>
            <a:pPr marL="0" marR="0" indent="0">
              <a:lnSpc>
                <a:spcPct val="115000"/>
              </a:lnSpc>
              <a:spcAft>
                <a:spcPts val="800"/>
              </a:spcAft>
              <a:buFont typeface="Arial" panose="020B0604020202020204" pitchFamily="34" charset="0"/>
              <a:buNone/>
            </a:pPr>
            <a:endParaRPr lang="en-US" sz="1200" b="0" i="0" kern="1200">
              <a:solidFill>
                <a:schemeClr val="tx1"/>
              </a:solidFill>
              <a:effectLst/>
              <a:latin typeface="+mn-lt"/>
              <a:ea typeface="+mn-ea"/>
              <a:cs typeface="+mn-cs"/>
            </a:endParaRPr>
          </a:p>
          <a:p>
            <a:pPr marL="0" marR="0" indent="0">
              <a:lnSpc>
                <a:spcPct val="115000"/>
              </a:lnSpc>
              <a:spcAft>
                <a:spcPts val="800"/>
              </a:spcAft>
              <a:buFont typeface="Arial" panose="020B0604020202020204" pitchFamily="34" charset="0"/>
              <a:buNone/>
            </a:pPr>
            <a:endParaRPr lang="en-US" sz="1200" b="0" i="0" kern="1200">
              <a:solidFill>
                <a:schemeClr val="tx1"/>
              </a:solidFill>
              <a:effectLst/>
              <a:latin typeface="+mn-lt"/>
              <a:ea typeface="+mn-ea"/>
              <a:cs typeface="+mn-cs"/>
            </a:endParaRPr>
          </a:p>
          <a:p>
            <a:pPr marL="0" marR="0" indent="0">
              <a:lnSpc>
                <a:spcPct val="115000"/>
              </a:lnSpc>
              <a:spcAft>
                <a:spcPts val="800"/>
              </a:spcAft>
              <a:buFont typeface="Arial" panose="020B0604020202020204" pitchFamily="34" charset="0"/>
              <a:buNone/>
            </a:pPr>
            <a:r>
              <a:rPr lang="en-US" sz="1200" b="0" i="0" kern="1200">
                <a:solidFill>
                  <a:schemeClr val="tx1"/>
                </a:solidFill>
                <a:effectLst/>
                <a:latin typeface="+mn-lt"/>
                <a:ea typeface="+mn-ea"/>
                <a:cs typeface="+mn-cs"/>
              </a:rPr>
              <a:t>Custom agents are specialized versions of Copilot coding agent that maintain consistent expertise across entire workflows. Unlike custom instructions that apply broadly, or prompt files for one-time tasks, custom agents are selected for specific tasks and maintain their configuration throughout the workflow.</a:t>
            </a:r>
          </a:p>
          <a:p>
            <a:pPr marL="0" marR="0" indent="0">
              <a:lnSpc>
                <a:spcPct val="115000"/>
              </a:lnSpc>
              <a:spcAft>
                <a:spcPts val="800"/>
              </a:spcAft>
              <a:buFont typeface="Arial" panose="020B0604020202020204" pitchFamily="34" charset="0"/>
              <a:buNone/>
            </a:pPr>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Custom agents are specialized versions of Copilot coding agent that you can tailor to your unique workflows, coding conventions, and use cases. Instead of repeatedly providing the same instructions and context, custom agents allow you to define specialized agents that act like tailored teammates—following standards, using the right tools, and implementing team-specific practices.</a:t>
            </a:r>
          </a:p>
          <a:p>
            <a:r>
              <a:rPr lang="en-US" sz="1200" b="0" i="0" kern="1200">
                <a:solidFill>
                  <a:schemeClr val="tx1"/>
                </a:solidFill>
                <a:effectLst/>
                <a:latin typeface="+mn-lt"/>
                <a:ea typeface="+mn-ea"/>
                <a:cs typeface="+mn-cs"/>
              </a:rPr>
              <a:t>Custom agents are defined using Markdown files, called agent profiles, that specify prompts, tools, and MCP servers. This allows individuals and teams to encode their conventions, frameworks, and desired outcomes directly into Copilot. The agent profile serves as the artifact that defines the custom agent's behavior, and assigning the agent to a task or issue instantiates the custom agent.</a:t>
            </a:r>
          </a:p>
          <a:p>
            <a:endParaRPr lang="en-US" sz="1200" b="0" i="0" kern="1200">
              <a:solidFill>
                <a:schemeClr val="tx1"/>
              </a:solidFill>
              <a:effectLst/>
              <a:latin typeface="+mn-lt"/>
              <a:ea typeface="+mn-ea"/>
              <a:cs typeface="+mn-cs"/>
            </a:endParaRPr>
          </a:p>
          <a:p>
            <a:endParaRPr lang="en-US" sz="1200" b="0" i="0" kern="1200">
              <a:solidFill>
                <a:schemeClr val="tx1"/>
              </a:solidFill>
              <a:effectLst/>
              <a:latin typeface="+mn-lt"/>
              <a:ea typeface="+mn-ea"/>
              <a:cs typeface="+mn-cs"/>
            </a:endParaRPr>
          </a:p>
          <a:p>
            <a:r>
              <a:rPr lang="en-US" sz="1200" b="1" i="0" u="none" strike="noStrike" kern="1200">
                <a:solidFill>
                  <a:schemeClr val="tx1"/>
                </a:solidFill>
                <a:effectLst/>
                <a:latin typeface="+mn-lt"/>
                <a:ea typeface="+mn-ea"/>
                <a:cs typeface="+mn-cs"/>
                <a:hlinkClick r:id="rId3"/>
              </a:rPr>
              <a:t>Why use custom agents?</a:t>
            </a:r>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Different tasks require different capabilities. A planning agent might only need read-only tools for research and analysis to prevent accidental code changes, while an implementation agent would need full editing capabilities. Custom agents let you specify exactly which tools are available for each task, ensuring the AI has the right capabilities for the job.</a:t>
            </a:r>
          </a:p>
          <a:p>
            <a:r>
              <a:rPr lang="en-US" sz="1200" b="0" i="0" kern="1200">
                <a:solidFill>
                  <a:schemeClr val="tx1"/>
                </a:solidFill>
                <a:effectLst/>
                <a:latin typeface="+mn-lt"/>
                <a:ea typeface="+mn-ea"/>
                <a:cs typeface="+mn-cs"/>
              </a:rPr>
              <a:t>Custom agents also let you provide specialized instructions that define how the AI should operate. For instance, a planning agent could instruct the AI to collect project context and generate a detailed implementation plan, while a code review agent might focus on identifying security vulnerabilities and suggesting improvements. These specialized instructions ensure consistent, task-appropriate responses every time you switch to that agent.</a:t>
            </a:r>
          </a:p>
          <a:p>
            <a:endParaRPr lang="en-US" sz="1200" b="0" i="0" kern="1200">
              <a:solidFill>
                <a:schemeClr val="tx1"/>
              </a:solidFill>
              <a:effectLst/>
              <a:latin typeface="+mn-lt"/>
              <a:ea typeface="+mn-ea"/>
              <a:cs typeface="+mn-cs"/>
            </a:endParaRPr>
          </a:p>
          <a:p>
            <a:pPr marL="0" marR="0" indent="0">
              <a:lnSpc>
                <a:spcPct val="115000"/>
              </a:lnSpc>
              <a:spcAft>
                <a:spcPts val="800"/>
              </a:spcAft>
              <a:buFont typeface="Arial" panose="020B0604020202020204" pitchFamily="34" charset="0"/>
              <a:buNone/>
            </a:pPr>
            <a:endParaRPr lang="en-US"/>
          </a:p>
        </p:txBody>
      </p:sp>
      <p:sp>
        <p:nvSpPr>
          <p:cNvPr id="4" name="Slide Number Placeholder 3">
            <a:extLst>
              <a:ext uri="{FF2B5EF4-FFF2-40B4-BE49-F238E27FC236}">
                <a16:creationId xmlns:a16="http://schemas.microsoft.com/office/drawing/2014/main" id="{449DE4ED-368F-DC8B-FAF3-6E0CFC9A86A3}"/>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6304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17767-AF9D-EB6A-B976-D7F3EFE921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8DD85-4920-9842-0FD2-D4485395E1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4CE04-A2F2-6257-7566-B3CAEE6102AC}"/>
              </a:ext>
            </a:extLst>
          </p:cNvPr>
          <p:cNvSpPr>
            <a:spLocks noGrp="1"/>
          </p:cNvSpPr>
          <p:nvPr>
            <p:ph type="body" idx="1"/>
          </p:nvPr>
        </p:nvSpPr>
        <p:spPr/>
        <p:txBody>
          <a:bodyPr/>
          <a:lstStyle/>
          <a:p>
            <a:pPr marL="0" marR="0" indent="0">
              <a:lnSpc>
                <a:spcPct val="115000"/>
              </a:lnSpc>
              <a:spcAft>
                <a:spcPts val="800"/>
              </a:spcAft>
              <a:buFont typeface="Arial" panose="020B0604020202020204" pitchFamily="34" charset="0"/>
              <a:buNone/>
            </a:pPr>
            <a:r>
              <a:rPr lang="en-US"/>
              <a:t>https://code.visualstudio.com/docs/copilot/customization/agent-skills</a:t>
            </a:r>
          </a:p>
        </p:txBody>
      </p:sp>
      <p:sp>
        <p:nvSpPr>
          <p:cNvPr id="4" name="Slide Number Placeholder 3">
            <a:extLst>
              <a:ext uri="{FF2B5EF4-FFF2-40B4-BE49-F238E27FC236}">
                <a16:creationId xmlns:a16="http://schemas.microsoft.com/office/drawing/2014/main" id="{02402E06-021C-CF65-2BC4-7C0BCB08D9F6}"/>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465607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CAF19-2C05-04A7-F3AD-4D9255072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DE0087-58C9-728E-D5FC-CA57B18C55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39ED43-58AE-3C87-883B-6D19B962286C}"/>
              </a:ext>
            </a:extLst>
          </p:cNvPr>
          <p:cNvSpPr>
            <a:spLocks noGrp="1"/>
          </p:cNvSpPr>
          <p:nvPr>
            <p:ph type="body" idx="1"/>
          </p:nvPr>
        </p:nvSpPr>
        <p:spPr/>
        <p:txBody>
          <a:bodyPr/>
          <a:lstStyle/>
          <a:p>
            <a:pPr marL="0" marR="0" indent="0">
              <a:lnSpc>
                <a:spcPct val="115000"/>
              </a:lnSpc>
              <a:spcAft>
                <a:spcPts val="800"/>
              </a:spcAft>
              <a:buFont typeface="Arial" panose="020B0604020202020204" pitchFamily="34" charset="0"/>
              <a:buNone/>
            </a:pPr>
            <a:r>
              <a:rPr lang="en-US" dirty="0" err="1">
                <a:hlinkClick r:id="rId3"/>
              </a:rPr>
              <a:t>github</a:t>
            </a:r>
            <a:r>
              <a:rPr lang="en-US" dirty="0">
                <a:hlinkClick r:id="rId3"/>
              </a:rPr>
              <a:t>/awesome-copilot: Community-contributed instructions, agents, skills, and configurations to help you make the most of GitHub Copilot.</a:t>
            </a:r>
            <a:endParaRPr lang="en-US" dirty="0"/>
          </a:p>
          <a:p>
            <a:pPr marL="0" marR="0" indent="0">
              <a:lnSpc>
                <a:spcPct val="115000"/>
              </a:lnSpc>
              <a:spcAft>
                <a:spcPts val="800"/>
              </a:spcAft>
              <a:buFont typeface="Arial" panose="020B0604020202020204" pitchFamily="34" charset="0"/>
              <a:buNone/>
            </a:pPr>
            <a:endParaRPr lang="en-US"/>
          </a:p>
          <a:p>
            <a:pPr marL="0" marR="0" indent="0">
              <a:lnSpc>
                <a:spcPct val="115000"/>
              </a:lnSpc>
              <a:spcAft>
                <a:spcPts val="800"/>
              </a:spcAft>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AC12B95E-14E0-6D9A-053A-48A763BE213C}"/>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7900986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C1733-0EA2-DE6D-9197-CE9F7635139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AA96DB4-EB83-5C8D-88CD-DCE80F1764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784D50-368B-4EC5-50C7-C828455FAD31}"/>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699A650D-E357-4F16-FC84-BBE0937B4B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9018E3-27F6-62DA-17A1-45FE2ED5F84B}"/>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19693812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6468-2DDA-0A15-75AD-52A06CEB96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63C118-D71A-7570-9B0F-AE083A312F6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5FE780-E083-9341-3A08-2BFF2501E0CD}"/>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004CF8A5-AD27-0D3A-D984-D2ADCF93A4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FB7B02-E819-C85C-61DC-2BF965BA08A4}"/>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40944961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0C7DC-0BD7-7A4C-E79D-C397A901866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9EB152A-8F9A-0C77-C3B7-AC5E5913724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6EC787-0BFD-D5A1-E631-A4C4A184B3B5}"/>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E648BDB3-6D87-C3BC-9B30-313F5E306E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142A65-C271-BE30-6C02-0F83C3057D08}"/>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835327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F7310-3674-8512-CBEC-43016B090E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A77E58-01C1-E2D6-F32F-BE4A3987DA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0FBBC0-AAA4-43F7-93CA-A0C6F2CA894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B16B57-C51C-2137-6BBD-01F06AFA326D}"/>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6" name="Footer Placeholder 5">
            <a:extLst>
              <a:ext uri="{FF2B5EF4-FFF2-40B4-BE49-F238E27FC236}">
                <a16:creationId xmlns:a16="http://schemas.microsoft.com/office/drawing/2014/main" id="{0BA4CCEE-9EC9-A059-A790-56B2E27D8B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B3CD39-2D69-DF6B-2C7D-06A4CE5F9F74}"/>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7928575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16FF4-BCBE-CA13-0F32-2D50A2AB37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CA611F0-70E6-2A95-4E88-2B19B5289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473363-3845-5BD5-2CEC-83A0BD384E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BDA1DFE-91BA-AD46-78F0-A28D329A36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AEB750-891E-E51B-4A47-B3235A3618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EE7F75C-09DF-E17D-2AB8-656458457F2D}"/>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8" name="Footer Placeholder 7">
            <a:extLst>
              <a:ext uri="{FF2B5EF4-FFF2-40B4-BE49-F238E27FC236}">
                <a16:creationId xmlns:a16="http://schemas.microsoft.com/office/drawing/2014/main" id="{9DF446CB-8396-1C6A-4AF9-73A87C33D2A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EA673B1-48B0-A968-5923-209F75060FBD}"/>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398475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8FB7C-2361-2A43-4397-764547BB198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2A75C7-D154-80ED-5BD6-E142732BA3D1}"/>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4" name="Footer Placeholder 3">
            <a:extLst>
              <a:ext uri="{FF2B5EF4-FFF2-40B4-BE49-F238E27FC236}">
                <a16:creationId xmlns:a16="http://schemas.microsoft.com/office/drawing/2014/main" id="{BEEB8B3D-C380-4FBD-BBF7-AE3C9BB7E4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AACA546-C537-EF67-D62B-0D6765857FAE}"/>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4411607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A7B3E1-8A89-DE92-F02C-0F8AF34CBB39}"/>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3" name="Footer Placeholder 2">
            <a:extLst>
              <a:ext uri="{FF2B5EF4-FFF2-40B4-BE49-F238E27FC236}">
                <a16:creationId xmlns:a16="http://schemas.microsoft.com/office/drawing/2014/main" id="{15568CBE-A673-E7F0-A736-4FF0FE6A724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5C5AA5D-2425-5766-EBC9-0E6589449683}"/>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14887907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62DBF-EDA2-40FB-CA1F-27476DF693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A25EC0A-3DCF-5929-0B70-5A87FB896F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10E3EE4-AECD-864E-DB47-C2617BEFD6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4143D2-FB3B-5FFC-B7ED-332DFFE975CE}"/>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6" name="Footer Placeholder 5">
            <a:extLst>
              <a:ext uri="{FF2B5EF4-FFF2-40B4-BE49-F238E27FC236}">
                <a16:creationId xmlns:a16="http://schemas.microsoft.com/office/drawing/2014/main" id="{A40CE3EB-004E-9D00-248E-4F20661C65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39A805-1243-EDBD-1F01-471B9D6B471F}"/>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30557831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7E987-823F-FFC4-2D04-E85E7EAC5BB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FE5F7BE-FEA5-E7FA-EE34-EDB32AF11F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FBD18B-21F2-B4E0-1270-6935CEA60F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109E09-3C30-824C-7E67-F2E9BCD98F7E}"/>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6" name="Footer Placeholder 5">
            <a:extLst>
              <a:ext uri="{FF2B5EF4-FFF2-40B4-BE49-F238E27FC236}">
                <a16:creationId xmlns:a16="http://schemas.microsoft.com/office/drawing/2014/main" id="{440DB433-474A-330B-28D2-F636CE8B46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A1F1F9-A761-1ECE-5E18-9E539370F9BF}"/>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1397135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18D20-1E07-247C-7292-856226C163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6232D9-4F70-38B5-A7DA-1B9153203E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098717-7138-E5B0-F197-2F9CB8260AEF}"/>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1EFD3CDD-D8D8-3ED7-1A59-E81B36B95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D21306-933F-2D82-638D-084BB9BF3E50}"/>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1343384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D7A16A5-02CC-7459-AE58-6D53D18FFC8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FCA9541-70AE-D706-C295-90CABCF418D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C9D240-A1C8-3FC7-C303-74F46B40EE56}"/>
              </a:ext>
            </a:extLst>
          </p:cNvPr>
          <p:cNvSpPr>
            <a:spLocks noGrp="1"/>
          </p:cNvSpPr>
          <p:nvPr>
            <p:ph type="dt" sz="half" idx="10"/>
          </p:nvPr>
        </p:nvSpPr>
        <p:spPr/>
        <p:txBody>
          <a:body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303B27BA-5BBE-8D62-2FF0-606D587468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4E31EE-7556-B441-4BF1-2CA4A6EA7771}"/>
              </a:ext>
            </a:extLst>
          </p:cNvPr>
          <p:cNvSpPr>
            <a:spLocks noGrp="1"/>
          </p:cNvSpPr>
          <p:nvPr>
            <p:ph type="sldNum" sz="quarter" idx="12"/>
          </p:nvPr>
        </p:nvSpPr>
        <p:spPr/>
        <p:txBody>
          <a:bodyPr/>
          <a:lstStyle/>
          <a:p>
            <a:fld id="{FB859E99-40B3-4FD4-8F2B-48C62160BA23}" type="slidenum">
              <a:rPr lang="en-US" smtClean="0"/>
              <a:t>‹#›</a:t>
            </a:fld>
            <a:endParaRPr lang="en-US"/>
          </a:p>
        </p:txBody>
      </p:sp>
    </p:spTree>
    <p:extLst>
      <p:ext uri="{BB962C8B-B14F-4D97-AF65-F5344CB8AC3E}">
        <p14:creationId xmlns:p14="http://schemas.microsoft.com/office/powerpoint/2010/main" val="23182995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Subsection Cover B" preserve="1">
  <p:cSld name="Subsection Cover B">
    <p:spTree>
      <p:nvGrpSpPr>
        <p:cNvPr id="1" name="Shape 53"/>
        <p:cNvGrpSpPr/>
        <p:nvPr/>
      </p:nvGrpSpPr>
      <p:grpSpPr>
        <a:xfrm>
          <a:off x="0" y="0"/>
          <a:ext cx="0" cy="0"/>
          <a:chOff x="0" y="0"/>
          <a:chExt cx="0" cy="0"/>
        </a:xfrm>
      </p:grpSpPr>
      <p:sp>
        <p:nvSpPr>
          <p:cNvPr id="54" name="Google Shape;54;p14">
            <a:extLst>
              <a:ext uri="{C183D7F6-B498-43B3-948B-1728B52AA6E4}">
                <adec:decorative xmlns:adec="http://schemas.microsoft.com/office/drawing/2017/decorative" val="1"/>
              </a:ext>
            </a:extLst>
          </p:cNvPr>
          <p:cNvSpPr/>
          <p:nvPr/>
        </p:nvSpPr>
        <p:spPr>
          <a:xfrm>
            <a:off x="0" y="1"/>
            <a:ext cx="12192000" cy="6858000"/>
          </a:xfrm>
          <a:prstGeom prst="rect">
            <a:avLst/>
          </a:prstGeom>
          <a:gradFill>
            <a:gsLst>
              <a:gs pos="0">
                <a:srgbClr val="161828"/>
              </a:gs>
              <a:gs pos="15000">
                <a:srgbClr val="161828"/>
              </a:gs>
              <a:gs pos="67000">
                <a:srgbClr val="1B1D30">
                  <a:alpha val="57647"/>
                </a:srgbClr>
              </a:gs>
              <a:gs pos="100000">
                <a:srgbClr val="2E3252">
                  <a:alpha val="0"/>
                </a:srgbClr>
              </a:gs>
            </a:gsLst>
            <a:lin ang="0" scaled="0"/>
          </a:gradFill>
          <a:ln>
            <a:noFill/>
          </a:ln>
        </p:spPr>
        <p:txBody>
          <a:bodyPr spcFirstLastPara="1" wrap="square" lIns="57200" tIns="28600" rIns="57200" bIns="28600" anchor="ctr" anchorCtr="0">
            <a:noAutofit/>
          </a:bodyPr>
          <a:lstStyle/>
          <a:p>
            <a:pPr marL="0" marR="0" lvl="0" indent="0" algn="ctr" rtl="0">
              <a:spcBef>
                <a:spcPts val="0"/>
              </a:spcBef>
              <a:spcAft>
                <a:spcPts val="0"/>
              </a:spcAft>
              <a:buNone/>
            </a:pPr>
            <a:endParaRPr sz="1067" b="0" i="0" u="none" strike="noStrike" cap="none">
              <a:solidFill>
                <a:schemeClr val="lt1"/>
              </a:solidFill>
              <a:latin typeface="Helvetica" pitchFamily="2" charset="0"/>
              <a:ea typeface="Calibri"/>
              <a:cs typeface="Calibri"/>
              <a:sym typeface="Calibri"/>
            </a:endParaRPr>
          </a:p>
        </p:txBody>
      </p:sp>
      <p:cxnSp>
        <p:nvCxnSpPr>
          <p:cNvPr id="4" name="Google Shape;67;p15">
            <a:extLst>
              <a:ext uri="{FF2B5EF4-FFF2-40B4-BE49-F238E27FC236}">
                <a16:creationId xmlns:a16="http://schemas.microsoft.com/office/drawing/2014/main" id="{643AD4BE-3E8F-DDFC-8825-C35A7215C210}"/>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3" name="Group 2">
            <a:extLst>
              <a:ext uri="{FF2B5EF4-FFF2-40B4-BE49-F238E27FC236}">
                <a16:creationId xmlns:a16="http://schemas.microsoft.com/office/drawing/2014/main" id="{EA469B42-A5A6-8FDC-E184-39B0840E8125}"/>
              </a:ext>
              <a:ext uri="{C183D7F6-B498-43B3-948B-1728B52AA6E4}">
                <adec:decorative xmlns:adec="http://schemas.microsoft.com/office/drawing/2017/decorative" val="1"/>
              </a:ext>
            </a:extLst>
          </p:cNvPr>
          <p:cNvGrpSpPr/>
          <p:nvPr userDrawn="1"/>
        </p:nvGrpSpPr>
        <p:grpSpPr>
          <a:xfrm>
            <a:off x="-4218440" y="333"/>
            <a:ext cx="5647907" cy="5936912"/>
            <a:chOff x="-3163830" y="250"/>
            <a:chExt cx="4235930" cy="4452684"/>
          </a:xfrm>
        </p:grpSpPr>
        <p:pic>
          <p:nvPicPr>
            <p:cNvPr id="60" name="Google Shape;60;p14">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3163830" y="690565"/>
              <a:ext cx="3762369" cy="3762369"/>
            </a:xfrm>
            <a:prstGeom prst="rect">
              <a:avLst/>
            </a:prstGeom>
            <a:noFill/>
            <a:ln>
              <a:noFill/>
            </a:ln>
          </p:spPr>
        </p:pic>
        <p:sp>
          <p:nvSpPr>
            <p:cNvPr id="62" name="Google Shape;62;p14">
              <a:extLst>
                <a:ext uri="{C183D7F6-B498-43B3-948B-1728B52AA6E4}">
                  <adec:decorative xmlns:adec="http://schemas.microsoft.com/office/drawing/2017/decorative" val="1"/>
                </a:ext>
              </a:extLst>
            </p:cNvPr>
            <p:cNvSpPr/>
            <p:nvPr/>
          </p:nvSpPr>
          <p:spPr>
            <a:xfrm rot="10800000">
              <a:off x="998900" y="250"/>
              <a:ext cx="73200" cy="3401700"/>
            </a:xfrm>
            <a:prstGeom prst="rect">
              <a:avLst/>
            </a:prstGeom>
            <a:gradFill>
              <a:gsLst>
                <a:gs pos="0">
                  <a:srgbClr val="D59DFF"/>
                </a:gs>
                <a:gs pos="100000">
                  <a:srgbClr val="28AFEA"/>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grpSp>
      <p:sp>
        <p:nvSpPr>
          <p:cNvPr id="64" name="Google Shape;64;p14"/>
          <p:cNvSpPr txBox="1">
            <a:spLocks noGrp="1"/>
          </p:cNvSpPr>
          <p:nvPr>
            <p:ph type="subTitle" idx="1"/>
          </p:nvPr>
        </p:nvSpPr>
        <p:spPr>
          <a:xfrm>
            <a:off x="1633728" y="1371603"/>
            <a:ext cx="4035600" cy="554669"/>
          </a:xfrm>
          <a:prstGeom prst="rect">
            <a:avLst/>
          </a:prstGeom>
        </p:spPr>
        <p:txBody>
          <a:bodyPr spcFirstLastPara="1" wrap="square" lIns="45700" tIns="18275" rIns="45700" bIns="18275" anchor="b" anchorCtr="0">
            <a:noAutofit/>
          </a:bodyPr>
          <a:lstStyle>
            <a:lvl1pPr>
              <a:defRPr sz="2000" dirty="0">
                <a:solidFill>
                  <a:schemeClr val="lt1"/>
                </a:solidFill>
              </a:defRPr>
            </a:lvl1pPr>
          </a:lstStyle>
          <a:p>
            <a:pPr marL="0" lvl="0">
              <a:buClr>
                <a:schemeClr val="lt1"/>
              </a:buClr>
              <a:buSzPts val="800"/>
              <a:buNone/>
            </a:pPr>
            <a:endParaRPr/>
          </a:p>
        </p:txBody>
      </p:sp>
      <p:cxnSp>
        <p:nvCxnSpPr>
          <p:cNvPr id="59" name="Google Shape;59;p14">
            <a:extLst>
              <a:ext uri="{C183D7F6-B498-43B3-948B-1728B52AA6E4}">
                <adec:decorative xmlns:adec="http://schemas.microsoft.com/office/drawing/2017/decorative" val="1"/>
              </a:ext>
            </a:extLst>
          </p:cNvPr>
          <p:cNvCxnSpPr/>
          <p:nvPr/>
        </p:nvCxnSpPr>
        <p:spPr>
          <a:xfrm>
            <a:off x="1685760" y="1971372"/>
            <a:ext cx="2760400" cy="0"/>
          </a:xfrm>
          <a:prstGeom prst="straightConnector1">
            <a:avLst/>
          </a:prstGeom>
          <a:noFill/>
          <a:ln w="12700" cap="flat" cmpd="sng">
            <a:solidFill>
              <a:schemeClr val="lt1"/>
            </a:solidFill>
            <a:prstDash val="solid"/>
            <a:miter lim="800000"/>
            <a:headEnd type="none" w="sm" len="sm"/>
            <a:tailEnd type="none" w="sm" len="sm"/>
          </a:ln>
        </p:spPr>
      </p:cxnSp>
      <p:pic>
        <p:nvPicPr>
          <p:cNvPr id="61" name="Google Shape;61;p14">
            <a:extLst>
              <a:ext uri="{C183D7F6-B498-43B3-948B-1728B52AA6E4}">
                <adec:decorative xmlns:adec="http://schemas.microsoft.com/office/drawing/2017/decorative" val="1"/>
              </a:ext>
            </a:extLst>
          </p:cNvPr>
          <p:cNvPicPr preferRelativeResize="0"/>
          <p:nvPr/>
        </p:nvPicPr>
        <p:blipFill rotWithShape="1">
          <a:blip r:embed="rId3">
            <a:alphaModFix/>
          </a:blip>
          <a:srcRect r="891"/>
          <a:stretch/>
        </p:blipFill>
        <p:spPr>
          <a:xfrm>
            <a:off x="5154968" y="3"/>
            <a:ext cx="7037033" cy="6857997"/>
          </a:xfrm>
          <a:prstGeom prst="rect">
            <a:avLst/>
          </a:prstGeom>
          <a:noFill/>
          <a:ln>
            <a:noFill/>
          </a:ln>
        </p:spPr>
      </p:pic>
      <p:sp>
        <p:nvSpPr>
          <p:cNvPr id="58" name="Google Shape;58;p14">
            <a:extLst>
              <a:ext uri="{C183D7F6-B498-43B3-948B-1728B52AA6E4}">
                <adec:decorative xmlns:adec="http://schemas.microsoft.com/office/drawing/2017/decorative" val="1"/>
              </a:ext>
            </a:extLst>
          </p:cNvPr>
          <p:cNvSpPr/>
          <p:nvPr/>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r>
              <a:rPr lang="en" sz="667" b="0" i="0">
                <a:solidFill>
                  <a:schemeClr val="lt1"/>
                </a:solidFill>
                <a:latin typeface="Helvetica" pitchFamily="2" charset="0"/>
                <a:ea typeface="Helvetica Neue"/>
                <a:cs typeface="Helvetica Neue"/>
                <a:sym typeface="Helvetica Neue"/>
              </a:rPr>
              <a:t>1</a:t>
            </a:r>
            <a:endParaRPr sz="933" b="0" i="0">
              <a:latin typeface="Helvetica" pitchFamily="2" charset="0"/>
            </a:endParaRPr>
          </a:p>
        </p:txBody>
      </p:sp>
      <p:sp>
        <p:nvSpPr>
          <p:cNvPr id="57" name="Google Shape;57;p14">
            <a:extLst>
              <a:ext uri="{C183D7F6-B498-43B3-948B-1728B52AA6E4}">
                <adec:decorative xmlns:adec="http://schemas.microsoft.com/office/drawing/2017/decorative" val="1"/>
              </a:ext>
            </a:extLst>
          </p:cNvPr>
          <p:cNvSpPr/>
          <p:nvPr/>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u="none" strike="noStrike" cap="none">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u="none" strike="noStrike" cap="none">
              <a:solidFill>
                <a:schemeClr val="lt1"/>
              </a:solidFill>
              <a:latin typeface="Helvetica" pitchFamily="2" charset="0"/>
              <a:ea typeface="Helvetica Neue"/>
              <a:cs typeface="Helvetica Neue"/>
              <a:sym typeface="Helvetica Neue"/>
            </a:endParaRPr>
          </a:p>
        </p:txBody>
      </p:sp>
      <p:sp>
        <p:nvSpPr>
          <p:cNvPr id="63" name="Google Shape;63;p14"/>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sz="4800"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 name="Google Shape;56;p14">
            <a:extLst>
              <a:ext uri="{FF2B5EF4-FFF2-40B4-BE49-F238E27FC236}">
                <a16:creationId xmlns:a16="http://schemas.microsoft.com/office/drawing/2014/main" id="{75EF5ED1-31F3-8668-E6B0-829788E4CC6B}"/>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38288885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Cover" preserve="1">
  <p:cSld name="Cover">
    <p:spTree>
      <p:nvGrpSpPr>
        <p:cNvPr id="1" name="Shape 65"/>
        <p:cNvGrpSpPr/>
        <p:nvPr/>
      </p:nvGrpSpPr>
      <p:grpSpPr>
        <a:xfrm>
          <a:off x="0" y="0"/>
          <a:ext cx="0" cy="0"/>
          <a:chOff x="0" y="0"/>
          <a:chExt cx="0" cy="0"/>
        </a:xfrm>
      </p:grpSpPr>
      <p:sp>
        <p:nvSpPr>
          <p:cNvPr id="66" name="Google Shape;66;p15">
            <a:extLst>
              <a:ext uri="{C183D7F6-B498-43B3-948B-1728B52AA6E4}">
                <adec:decorative xmlns:adec="http://schemas.microsoft.com/office/drawing/2017/decorative" val="1"/>
              </a:ext>
            </a:extLst>
          </p:cNvPr>
          <p:cNvSpPr/>
          <p:nvPr/>
        </p:nvSpPr>
        <p:spPr>
          <a:xfrm>
            <a:off x="0" y="1"/>
            <a:ext cx="12192000" cy="6858000"/>
          </a:xfrm>
          <a:prstGeom prst="rect">
            <a:avLst/>
          </a:prstGeom>
          <a:gradFill>
            <a:gsLst>
              <a:gs pos="0">
                <a:srgbClr val="161828"/>
              </a:gs>
              <a:gs pos="15000">
                <a:srgbClr val="161828"/>
              </a:gs>
              <a:gs pos="67000">
                <a:srgbClr val="1B1D30">
                  <a:alpha val="57647"/>
                </a:srgbClr>
              </a:gs>
              <a:gs pos="100000">
                <a:srgbClr val="2E3252">
                  <a:alpha val="0"/>
                </a:srgbClr>
              </a:gs>
            </a:gsLst>
            <a:lin ang="0" scaled="0"/>
          </a:gradFill>
          <a:ln>
            <a:noFill/>
          </a:ln>
        </p:spPr>
        <p:txBody>
          <a:bodyPr spcFirstLastPara="1" wrap="square" lIns="57200" tIns="28600" rIns="57200" bIns="28600" anchor="ctr" anchorCtr="0">
            <a:noAutofit/>
          </a:bodyPr>
          <a:lstStyle/>
          <a:p>
            <a:pPr marL="0" marR="0" lvl="0" indent="0" algn="ctr" rtl="0">
              <a:spcBef>
                <a:spcPts val="0"/>
              </a:spcBef>
              <a:spcAft>
                <a:spcPts val="0"/>
              </a:spcAft>
              <a:buNone/>
            </a:pPr>
            <a:endParaRPr sz="1067" b="0" i="0" u="none" strike="noStrike" cap="none">
              <a:solidFill>
                <a:schemeClr val="lt1"/>
              </a:solidFill>
              <a:latin typeface="Helvetica" pitchFamily="2" charset="0"/>
              <a:ea typeface="Calibri"/>
              <a:cs typeface="Calibri"/>
              <a:sym typeface="Calibri"/>
            </a:endParaRPr>
          </a:p>
        </p:txBody>
      </p:sp>
      <p:cxnSp>
        <p:nvCxnSpPr>
          <p:cNvPr id="3" name="Google Shape;67;p15">
            <a:extLst>
              <a:ext uri="{FF2B5EF4-FFF2-40B4-BE49-F238E27FC236}">
                <a16:creationId xmlns:a16="http://schemas.microsoft.com/office/drawing/2014/main" id="{D8874C25-5611-323B-E5C1-3C40189AAC83}"/>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74" name="Google Shape;74;p15"/>
          <p:cNvSpPr txBox="1">
            <a:spLocks noGrp="1"/>
          </p:cNvSpPr>
          <p:nvPr>
            <p:ph type="title"/>
          </p:nvPr>
        </p:nvSpPr>
        <p:spPr>
          <a:xfrm>
            <a:off x="816867" y="731533"/>
            <a:ext cx="5641200" cy="3144800"/>
          </a:xfrm>
          <a:prstGeom prst="rect">
            <a:avLst/>
          </a:prstGeom>
        </p:spPr>
        <p:txBody>
          <a:bodyPr spcFirstLastPara="1" wrap="square" lIns="0" tIns="18275" rIns="45700" bIns="18275" anchor="t" anchorCtr="0">
            <a:noAutofit/>
          </a:bodyPr>
          <a:lstStyle>
            <a:lvl1pPr lvl="0" rtl="0">
              <a:lnSpc>
                <a:spcPct val="90000"/>
              </a:lnSpc>
              <a:spcBef>
                <a:spcPts val="0"/>
              </a:spcBef>
              <a:spcAft>
                <a:spcPts val="0"/>
              </a:spcAft>
              <a:buSzPts val="5400"/>
              <a:buNone/>
              <a:defRPr sz="7200" b="1" i="0">
                <a:latin typeface="+mj-l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73" name="Google Shape;73;p15">
            <a:extLst>
              <a:ext uri="{C183D7F6-B498-43B3-948B-1728B52AA6E4}">
                <adec:decorative xmlns:adec="http://schemas.microsoft.com/office/drawing/2017/decorative" val="1"/>
              </a:ext>
            </a:extLst>
          </p:cNvPr>
          <p:cNvSpPr/>
          <p:nvPr/>
        </p:nvSpPr>
        <p:spPr>
          <a:xfrm rot="10800000">
            <a:off x="541967" y="0"/>
            <a:ext cx="97600" cy="3533200"/>
          </a:xfrm>
          <a:prstGeom prst="rect">
            <a:avLst/>
          </a:prstGeom>
          <a:gradFill>
            <a:gsLst>
              <a:gs pos="0">
                <a:srgbClr val="D59DFF"/>
              </a:gs>
              <a:gs pos="100000">
                <a:srgbClr val="28AFEA"/>
              </a:gs>
            </a:gsLst>
            <a:lin ang="5400012" scaled="0"/>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b="0" i="0">
              <a:latin typeface="Helvetica" pitchFamily="2" charset="0"/>
            </a:endParaRPr>
          </a:p>
        </p:txBody>
      </p:sp>
      <p:sp>
        <p:nvSpPr>
          <p:cNvPr id="75" name="Google Shape;75;p15"/>
          <p:cNvSpPr txBox="1">
            <a:spLocks noGrp="1"/>
          </p:cNvSpPr>
          <p:nvPr>
            <p:ph type="body" idx="1"/>
          </p:nvPr>
        </p:nvSpPr>
        <p:spPr>
          <a:xfrm>
            <a:off x="816867" y="4096500"/>
            <a:ext cx="5641200" cy="1634800"/>
          </a:xfrm>
          <a:prstGeom prst="rect">
            <a:avLst/>
          </a:prstGeom>
        </p:spPr>
        <p:txBody>
          <a:bodyPr spcFirstLastPara="1" wrap="square" lIns="0" tIns="18275" rIns="45700" bIns="18275" anchor="t" anchorCtr="0">
            <a:noAutofit/>
          </a:bodyPr>
          <a:lstStyle>
            <a:lvl1pPr marL="0" lvl="0" indent="0">
              <a:spcBef>
                <a:spcPts val="0"/>
              </a:spcBef>
              <a:spcAft>
                <a:spcPts val="0"/>
              </a:spcAft>
              <a:buSzPts val="1000"/>
              <a:buNone/>
              <a:defRPr sz="2800" b="0" i="0">
                <a:latin typeface="+mn-lt"/>
              </a:defRPr>
            </a:lvl1pPr>
            <a:lvl2pPr marL="1219170" lvl="1" indent="-389457">
              <a:spcBef>
                <a:spcPts val="0"/>
              </a:spcBef>
              <a:spcAft>
                <a:spcPts val="0"/>
              </a:spcAft>
              <a:buSzPts val="1000"/>
              <a:buChar char="○"/>
              <a:defRPr/>
            </a:lvl2pPr>
            <a:lvl3pPr marL="1828754" lvl="2" indent="-389457">
              <a:spcBef>
                <a:spcPts val="0"/>
              </a:spcBef>
              <a:spcAft>
                <a:spcPts val="0"/>
              </a:spcAft>
              <a:buSzPts val="1000"/>
              <a:buChar char="■"/>
              <a:defRPr/>
            </a:lvl3pPr>
            <a:lvl4pPr marL="2438339" lvl="3" indent="-389457">
              <a:spcBef>
                <a:spcPts val="0"/>
              </a:spcBef>
              <a:spcAft>
                <a:spcPts val="0"/>
              </a:spcAft>
              <a:buSzPts val="1000"/>
              <a:buChar char="●"/>
              <a:defRPr/>
            </a:lvl4pPr>
            <a:lvl5pPr marL="3047924" lvl="4" indent="-389457">
              <a:spcBef>
                <a:spcPts val="0"/>
              </a:spcBef>
              <a:spcAft>
                <a:spcPts val="0"/>
              </a:spcAft>
              <a:buSzPts val="1000"/>
              <a:buChar char="○"/>
              <a:defRPr/>
            </a:lvl5pPr>
            <a:lvl6pPr marL="3657509" lvl="5" indent="-389457">
              <a:spcBef>
                <a:spcPts val="0"/>
              </a:spcBef>
              <a:spcAft>
                <a:spcPts val="0"/>
              </a:spcAft>
              <a:buSzPts val="1000"/>
              <a:buChar char="■"/>
              <a:defRPr/>
            </a:lvl6pPr>
            <a:lvl7pPr marL="4267093" lvl="6" indent="-389457">
              <a:spcBef>
                <a:spcPts val="0"/>
              </a:spcBef>
              <a:spcAft>
                <a:spcPts val="0"/>
              </a:spcAft>
              <a:buSzPts val="1000"/>
              <a:buChar char="●"/>
              <a:defRPr/>
            </a:lvl7pPr>
            <a:lvl8pPr marL="4876678" lvl="7" indent="-389457">
              <a:spcBef>
                <a:spcPts val="0"/>
              </a:spcBef>
              <a:spcAft>
                <a:spcPts val="0"/>
              </a:spcAft>
              <a:buSzPts val="1000"/>
              <a:buChar char="○"/>
              <a:defRPr/>
            </a:lvl8pPr>
            <a:lvl9pPr marL="5486263" lvl="8" indent="-389457">
              <a:spcBef>
                <a:spcPts val="0"/>
              </a:spcBef>
              <a:spcAft>
                <a:spcPts val="0"/>
              </a:spcAft>
              <a:buSzPts val="1000"/>
              <a:buChar char="■"/>
              <a:defRPr/>
            </a:lvl9pPr>
          </a:lstStyle>
          <a:p>
            <a:endParaRPr/>
          </a:p>
        </p:txBody>
      </p:sp>
      <p:pic>
        <p:nvPicPr>
          <p:cNvPr id="70" name="Google Shape;70;p15">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6991595" y="852721"/>
            <a:ext cx="5016492" cy="5016492"/>
          </a:xfrm>
          <a:prstGeom prst="rect">
            <a:avLst/>
          </a:prstGeom>
          <a:noFill/>
          <a:ln>
            <a:noFill/>
          </a:ln>
        </p:spPr>
      </p:pic>
      <p:pic>
        <p:nvPicPr>
          <p:cNvPr id="72" name="Google Shape;72;p15">
            <a:extLst>
              <a:ext uri="{C183D7F6-B498-43B3-948B-1728B52AA6E4}">
                <adec:decorative xmlns:adec="http://schemas.microsoft.com/office/drawing/2017/decorative" val="1"/>
              </a:ext>
            </a:extLst>
          </p:cNvPr>
          <p:cNvPicPr preferRelativeResize="0"/>
          <p:nvPr/>
        </p:nvPicPr>
        <p:blipFill rotWithShape="1">
          <a:blip r:embed="rId3">
            <a:alphaModFix/>
          </a:blip>
          <a:srcRect l="12915" r="21622"/>
          <a:stretch/>
        </p:blipFill>
        <p:spPr>
          <a:xfrm>
            <a:off x="6672747" y="0"/>
            <a:ext cx="5519259" cy="6857995"/>
          </a:xfrm>
          <a:prstGeom prst="rect">
            <a:avLst/>
          </a:prstGeom>
          <a:noFill/>
          <a:ln>
            <a:noFill/>
          </a:ln>
        </p:spPr>
      </p:pic>
      <p:sp>
        <p:nvSpPr>
          <p:cNvPr id="71" name="Google Shape;71;p15">
            <a:extLst>
              <a:ext uri="{C183D7F6-B498-43B3-948B-1728B52AA6E4}">
                <adec:decorative xmlns:adec="http://schemas.microsoft.com/office/drawing/2017/decorative" val="1"/>
              </a:ext>
            </a:extLst>
          </p:cNvPr>
          <p:cNvSpPr/>
          <p:nvPr/>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r>
              <a:rPr lang="en" sz="667" b="0" i="0" u="none" strike="noStrike" cap="none">
                <a:solidFill>
                  <a:schemeClr val="lt1"/>
                </a:solidFill>
                <a:latin typeface="Helvetica" pitchFamily="2" charset="0"/>
                <a:ea typeface="Helvetica Neue"/>
                <a:cs typeface="Helvetica Neue"/>
                <a:sym typeface="Helvetica Neue"/>
              </a:rPr>
              <a:t>1</a:t>
            </a:r>
            <a:endParaRPr sz="933" b="0" i="0">
              <a:latin typeface="Helvetica" pitchFamily="2" charset="0"/>
            </a:endParaRPr>
          </a:p>
        </p:txBody>
      </p:sp>
      <p:sp>
        <p:nvSpPr>
          <p:cNvPr id="69" name="Google Shape;69;p15">
            <a:extLst>
              <a:ext uri="{C183D7F6-B498-43B3-948B-1728B52AA6E4}">
                <adec:decorative xmlns:adec="http://schemas.microsoft.com/office/drawing/2017/decorative" val="1"/>
              </a:ext>
            </a:extLst>
          </p:cNvPr>
          <p:cNvSpPr/>
          <p:nvPr/>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u="none" strike="noStrike" cap="none">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u="none" strike="noStrike" cap="none">
              <a:solidFill>
                <a:schemeClr val="lt1"/>
              </a:solidFill>
              <a:latin typeface="Helvetica" pitchFamily="2" charset="0"/>
              <a:ea typeface="Helvetica Neue"/>
              <a:cs typeface="Helvetica Neue"/>
              <a:sym typeface="Helvetica Neue"/>
            </a:endParaRPr>
          </a:p>
        </p:txBody>
      </p:sp>
      <p:sp>
        <p:nvSpPr>
          <p:cNvPr id="7" name="Google Shape;56;p14">
            <a:extLst>
              <a:ext uri="{FF2B5EF4-FFF2-40B4-BE49-F238E27FC236}">
                <a16:creationId xmlns:a16="http://schemas.microsoft.com/office/drawing/2014/main" id="{73AC3BC0-23A0-7BD5-C000-9232B184ED6B}"/>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5409238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7" name="Google Shape;66;p15">
            <a:extLst>
              <a:ext uri="{FF2B5EF4-FFF2-40B4-BE49-F238E27FC236}">
                <a16:creationId xmlns:a16="http://schemas.microsoft.com/office/drawing/2014/main" id="{212E7DCA-19FF-AD18-3920-326D5C955D12}"/>
              </a:ext>
              <a:ext uri="{C183D7F6-B498-43B3-948B-1728B52AA6E4}">
                <adec:decorative xmlns:adec="http://schemas.microsoft.com/office/drawing/2017/decorative" val="1"/>
              </a:ext>
            </a:extLst>
          </p:cNvPr>
          <p:cNvSpPr/>
          <p:nvPr userDrawn="1"/>
        </p:nvSpPr>
        <p:spPr>
          <a:xfrm>
            <a:off x="0" y="1"/>
            <a:ext cx="12192000" cy="6858000"/>
          </a:xfrm>
          <a:prstGeom prst="rect">
            <a:avLst/>
          </a:prstGeom>
          <a:gradFill>
            <a:gsLst>
              <a:gs pos="0">
                <a:srgbClr val="161828"/>
              </a:gs>
              <a:gs pos="15000">
                <a:srgbClr val="161828"/>
              </a:gs>
              <a:gs pos="67000">
                <a:srgbClr val="1B1D30">
                  <a:alpha val="57647"/>
                </a:srgbClr>
              </a:gs>
              <a:gs pos="100000">
                <a:srgbClr val="2E3252">
                  <a:alpha val="0"/>
                </a:srgbClr>
              </a:gs>
            </a:gsLst>
            <a:lin ang="0" scaled="0"/>
          </a:gradFill>
          <a:ln>
            <a:noFill/>
          </a:ln>
        </p:spPr>
        <p:txBody>
          <a:bodyPr spcFirstLastPara="1" wrap="square" lIns="57200" tIns="28600" rIns="57200" bIns="28600" anchor="ctr" anchorCtr="0">
            <a:noAutofit/>
          </a:bodyPr>
          <a:lstStyle/>
          <a:p>
            <a:pPr marL="0" marR="0" lvl="0" indent="0" algn="ctr" rtl="0">
              <a:spcBef>
                <a:spcPts val="0"/>
              </a:spcBef>
              <a:spcAft>
                <a:spcPts val="0"/>
              </a:spcAft>
              <a:buNone/>
            </a:pPr>
            <a:endParaRPr sz="1867" b="0" i="0" u="none" strike="noStrike" cap="none">
              <a:solidFill>
                <a:schemeClr val="lt1"/>
              </a:solidFill>
              <a:latin typeface="Helvetica" pitchFamily="2" charset="0"/>
              <a:ea typeface="Calibri"/>
              <a:cs typeface="Calibri"/>
              <a:sym typeface="Calibri"/>
            </a:endParaRPr>
          </a:p>
        </p:txBody>
      </p:sp>
      <p:pic>
        <p:nvPicPr>
          <p:cNvPr id="10" name="Google Shape;168;p20">
            <a:extLst>
              <a:ext uri="{FF2B5EF4-FFF2-40B4-BE49-F238E27FC236}">
                <a16:creationId xmlns:a16="http://schemas.microsoft.com/office/drawing/2014/main" id="{400BD828-4B55-0E98-CD77-6BD0E3E5D630}"/>
              </a:ext>
              <a:ext uri="{C183D7F6-B498-43B3-948B-1728B52AA6E4}">
                <adec:decorative xmlns:adec="http://schemas.microsoft.com/office/drawing/2017/decorative" val="1"/>
              </a:ext>
            </a:extLst>
          </p:cNvPr>
          <p:cNvPicPr preferRelativeResize="0"/>
          <p:nvPr userDrawn="1"/>
        </p:nvPicPr>
        <p:blipFill rotWithShape="1">
          <a:blip r:embed="rId2">
            <a:alphaModFix/>
          </a:blip>
          <a:srcRect t="15174" r="26360"/>
          <a:stretch/>
        </p:blipFill>
        <p:spPr>
          <a:xfrm flipH="1">
            <a:off x="-1" y="0"/>
            <a:ext cx="7010372" cy="6815896"/>
          </a:xfrm>
          <a:prstGeom prst="rect">
            <a:avLst/>
          </a:prstGeom>
          <a:noFill/>
          <a:ln>
            <a:noFill/>
          </a:ln>
        </p:spPr>
      </p:pic>
      <p:grpSp>
        <p:nvGrpSpPr>
          <p:cNvPr id="11" name="Group 10">
            <a:extLst>
              <a:ext uri="{FF2B5EF4-FFF2-40B4-BE49-F238E27FC236}">
                <a16:creationId xmlns:a16="http://schemas.microsoft.com/office/drawing/2014/main" id="{326582D8-90BE-B20F-C82F-42E55DABD5EF}"/>
              </a:ext>
              <a:ext uri="{C183D7F6-B498-43B3-948B-1728B52AA6E4}">
                <adec:decorative xmlns:adec="http://schemas.microsoft.com/office/drawing/2017/decorative" val="1"/>
              </a:ext>
            </a:extLst>
          </p:cNvPr>
          <p:cNvGrpSpPr/>
          <p:nvPr userDrawn="1"/>
        </p:nvGrpSpPr>
        <p:grpSpPr>
          <a:xfrm flipH="1" flipV="1">
            <a:off x="-32053" y="5007768"/>
            <a:ext cx="4751040" cy="1850232"/>
            <a:chOff x="6426339" y="0"/>
            <a:chExt cx="5765662" cy="2245364"/>
          </a:xfrm>
        </p:grpSpPr>
        <p:grpSp>
          <p:nvGrpSpPr>
            <p:cNvPr id="12" name="Group 11">
              <a:extLst>
                <a:ext uri="{FF2B5EF4-FFF2-40B4-BE49-F238E27FC236}">
                  <a16:creationId xmlns:a16="http://schemas.microsoft.com/office/drawing/2014/main" id="{C15EAB5C-DC14-0E7A-DE01-849A5056663E}"/>
                </a:ext>
              </a:extLst>
            </p:cNvPr>
            <p:cNvGrpSpPr/>
            <p:nvPr userDrawn="1"/>
          </p:nvGrpSpPr>
          <p:grpSpPr>
            <a:xfrm>
              <a:off x="7563294" y="1222444"/>
              <a:ext cx="2853056" cy="1022920"/>
              <a:chOff x="7251064" y="1318260"/>
              <a:chExt cx="2853056" cy="1022920"/>
            </a:xfrm>
          </p:grpSpPr>
          <p:sp>
            <p:nvSpPr>
              <p:cNvPr id="19" name="Freeform: Shape 18">
                <a:extLst>
                  <a:ext uri="{FF2B5EF4-FFF2-40B4-BE49-F238E27FC236}">
                    <a16:creationId xmlns:a16="http://schemas.microsoft.com/office/drawing/2014/main" id="{080DAEA6-4345-8A5E-314F-51F07A280411}"/>
                  </a:ext>
                </a:extLst>
              </p:cNvPr>
              <p:cNvSpPr/>
              <p:nvPr userDrawn="1"/>
            </p:nvSpPr>
            <p:spPr>
              <a:xfrm>
                <a:off x="7338060" y="1318260"/>
                <a:ext cx="2766060" cy="937260"/>
              </a:xfrm>
              <a:custGeom>
                <a:avLst/>
                <a:gdLst>
                  <a:gd name="connsiteX0" fmla="*/ 1082040 w 2766060"/>
                  <a:gd name="connsiteY0" fmla="*/ 274320 h 937260"/>
                  <a:gd name="connsiteX1" fmla="*/ 1569720 w 2766060"/>
                  <a:gd name="connsiteY1" fmla="*/ 274320 h 937260"/>
                  <a:gd name="connsiteX2" fmla="*/ 1844040 w 2766060"/>
                  <a:gd name="connsiteY2" fmla="*/ 0 h 937260"/>
                  <a:gd name="connsiteX3" fmla="*/ 2766060 w 2766060"/>
                  <a:gd name="connsiteY3" fmla="*/ 0 h 937260"/>
                  <a:gd name="connsiteX4" fmla="*/ 2766060 w 2766060"/>
                  <a:gd name="connsiteY4" fmla="*/ 281940 h 937260"/>
                  <a:gd name="connsiteX5" fmla="*/ 2537460 w 2766060"/>
                  <a:gd name="connsiteY5" fmla="*/ 510540 h 937260"/>
                  <a:gd name="connsiteX6" fmla="*/ 1569720 w 2766060"/>
                  <a:gd name="connsiteY6" fmla="*/ 510540 h 937260"/>
                  <a:gd name="connsiteX7" fmla="*/ 1371600 w 2766060"/>
                  <a:gd name="connsiteY7" fmla="*/ 708660 h 937260"/>
                  <a:gd name="connsiteX8" fmla="*/ 228600 w 2766060"/>
                  <a:gd name="connsiteY8" fmla="*/ 708660 h 937260"/>
                  <a:gd name="connsiteX9" fmla="*/ 0 w 2766060"/>
                  <a:gd name="connsiteY9" fmla="*/ 937260 h 93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66060" h="937260">
                    <a:moveTo>
                      <a:pt x="1082040" y="274320"/>
                    </a:moveTo>
                    <a:lnTo>
                      <a:pt x="1569720" y="274320"/>
                    </a:lnTo>
                    <a:lnTo>
                      <a:pt x="1844040" y="0"/>
                    </a:lnTo>
                    <a:lnTo>
                      <a:pt x="2766060" y="0"/>
                    </a:lnTo>
                    <a:lnTo>
                      <a:pt x="2766060" y="281940"/>
                    </a:lnTo>
                    <a:lnTo>
                      <a:pt x="2537460" y="510540"/>
                    </a:lnTo>
                    <a:lnTo>
                      <a:pt x="1569720" y="510540"/>
                    </a:lnTo>
                    <a:lnTo>
                      <a:pt x="1371600" y="708660"/>
                    </a:lnTo>
                    <a:lnTo>
                      <a:pt x="228600" y="708660"/>
                    </a:lnTo>
                    <a:lnTo>
                      <a:pt x="0" y="937260"/>
                    </a:lnTo>
                  </a:path>
                </a:pathLst>
              </a:custGeom>
              <a:noFill/>
              <a:ln w="6350">
                <a:solidFill>
                  <a:srgbClr val="BFE8F6">
                    <a:alpha val="10000"/>
                  </a:srgb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2400"/>
              </a:p>
            </p:txBody>
          </p:sp>
          <p:sp>
            <p:nvSpPr>
              <p:cNvPr id="20" name="Oval 19">
                <a:extLst>
                  <a:ext uri="{FF2B5EF4-FFF2-40B4-BE49-F238E27FC236}">
                    <a16:creationId xmlns:a16="http://schemas.microsoft.com/office/drawing/2014/main" id="{5E033A54-2397-17DC-70ED-CD64240BF6E2}"/>
                  </a:ext>
                </a:extLst>
              </p:cNvPr>
              <p:cNvSpPr/>
              <p:nvPr userDrawn="1"/>
            </p:nvSpPr>
            <p:spPr>
              <a:xfrm flipH="1">
                <a:off x="8258810" y="1523635"/>
                <a:ext cx="159624" cy="159624"/>
              </a:xfrm>
              <a:prstGeom prst="ellipse">
                <a:avLst/>
              </a:prstGeom>
              <a:noFill/>
              <a:ln w="6350">
                <a:solidFill>
                  <a:srgbClr val="BFE8F6">
                    <a:alpha val="10000"/>
                  </a:srgb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Oval 20">
                <a:extLst>
                  <a:ext uri="{FF2B5EF4-FFF2-40B4-BE49-F238E27FC236}">
                    <a16:creationId xmlns:a16="http://schemas.microsoft.com/office/drawing/2014/main" id="{5FA02E3B-83B2-3DF1-A821-FAFD42A77107}"/>
                  </a:ext>
                </a:extLst>
              </p:cNvPr>
              <p:cNvSpPr/>
              <p:nvPr userDrawn="1"/>
            </p:nvSpPr>
            <p:spPr>
              <a:xfrm flipH="1">
                <a:off x="7251064" y="2239184"/>
                <a:ext cx="101996" cy="101996"/>
              </a:xfrm>
              <a:prstGeom prst="ellipse">
                <a:avLst/>
              </a:prstGeom>
              <a:noFill/>
              <a:ln w="6350">
                <a:solidFill>
                  <a:srgbClr val="BFE8F6">
                    <a:alpha val="10000"/>
                  </a:srgb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grpSp>
        <p:grpSp>
          <p:nvGrpSpPr>
            <p:cNvPr id="13" name="Group 12">
              <a:extLst>
                <a:ext uri="{FF2B5EF4-FFF2-40B4-BE49-F238E27FC236}">
                  <a16:creationId xmlns:a16="http://schemas.microsoft.com/office/drawing/2014/main" id="{DD0E8F92-A016-E58E-BF23-6F3DD1A17000}"/>
                </a:ext>
              </a:extLst>
            </p:cNvPr>
            <p:cNvGrpSpPr/>
            <p:nvPr userDrawn="1"/>
          </p:nvGrpSpPr>
          <p:grpSpPr>
            <a:xfrm flipH="1">
              <a:off x="6426339" y="0"/>
              <a:ext cx="3442047" cy="913305"/>
              <a:chOff x="-8801100" y="-6064967"/>
              <a:chExt cx="14164370" cy="3758342"/>
            </a:xfrm>
          </p:grpSpPr>
          <p:sp>
            <p:nvSpPr>
              <p:cNvPr id="17" name="Freeform: Shape 16">
                <a:extLst>
                  <a:ext uri="{FF2B5EF4-FFF2-40B4-BE49-F238E27FC236}">
                    <a16:creationId xmlns:a16="http://schemas.microsoft.com/office/drawing/2014/main" id="{C2AEF793-550C-D74B-488F-60258420830F}"/>
                  </a:ext>
                </a:extLst>
              </p:cNvPr>
              <p:cNvSpPr/>
              <p:nvPr/>
            </p:nvSpPr>
            <p:spPr>
              <a:xfrm rot="5400000">
                <a:off x="-3598086" y="-11267981"/>
                <a:ext cx="3758342" cy="14164370"/>
              </a:xfrm>
              <a:custGeom>
                <a:avLst/>
                <a:gdLst>
                  <a:gd name="connsiteX0" fmla="*/ 0 w 3758342"/>
                  <a:gd name="connsiteY0" fmla="*/ 14164370 h 14164370"/>
                  <a:gd name="connsiteX1" fmla="*/ 0 w 3758342"/>
                  <a:gd name="connsiteY1" fmla="*/ 11706920 h 14164370"/>
                  <a:gd name="connsiteX2" fmla="*/ 0 w 3758342"/>
                  <a:gd name="connsiteY2" fmla="*/ 2457450 h 14164370"/>
                  <a:gd name="connsiteX3" fmla="*/ 0 w 3758342"/>
                  <a:gd name="connsiteY3" fmla="*/ 0 h 14164370"/>
                  <a:gd name="connsiteX4" fmla="*/ 158349 w 3758342"/>
                  <a:gd name="connsiteY4" fmla="*/ 53579 h 14164370"/>
                  <a:gd name="connsiteX5" fmla="*/ 3758342 w 3758342"/>
                  <a:gd name="connsiteY5" fmla="*/ 5207066 h 14164370"/>
                  <a:gd name="connsiteX6" fmla="*/ 3758342 w 3758342"/>
                  <a:gd name="connsiteY6" fmla="*/ 7664516 h 14164370"/>
                  <a:gd name="connsiteX7" fmla="*/ 3758342 w 3758342"/>
                  <a:gd name="connsiteY7" fmla="*/ 11706920 h 14164370"/>
                  <a:gd name="connsiteX8" fmla="*/ 3758342 w 3758342"/>
                  <a:gd name="connsiteY8" fmla="*/ 14164370 h 141643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58342" h="14164370">
                    <a:moveTo>
                      <a:pt x="0" y="14164370"/>
                    </a:moveTo>
                    <a:lnTo>
                      <a:pt x="0" y="11706920"/>
                    </a:lnTo>
                    <a:lnTo>
                      <a:pt x="0" y="2457450"/>
                    </a:lnTo>
                    <a:lnTo>
                      <a:pt x="0" y="0"/>
                    </a:lnTo>
                    <a:lnTo>
                      <a:pt x="158349" y="53579"/>
                    </a:lnTo>
                    <a:cubicBezTo>
                      <a:pt x="2259108" y="822770"/>
                      <a:pt x="3758342" y="2839835"/>
                      <a:pt x="3758342" y="5207066"/>
                    </a:cubicBezTo>
                    <a:lnTo>
                      <a:pt x="3758342" y="7664516"/>
                    </a:lnTo>
                    <a:lnTo>
                      <a:pt x="3758342" y="11706920"/>
                    </a:lnTo>
                    <a:lnTo>
                      <a:pt x="3758342" y="14164370"/>
                    </a:lnTo>
                    <a:close/>
                  </a:path>
                </a:pathLst>
              </a:custGeom>
              <a:gradFill flip="none" rotWithShape="1">
                <a:gsLst>
                  <a:gs pos="2000">
                    <a:srgbClr val="342961">
                      <a:alpha val="93000"/>
                    </a:srgbClr>
                  </a:gs>
                  <a:gs pos="100000">
                    <a:srgbClr val="2096E8"/>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Shape 17">
                <a:extLst>
                  <a:ext uri="{FF2B5EF4-FFF2-40B4-BE49-F238E27FC236}">
                    <a16:creationId xmlns:a16="http://schemas.microsoft.com/office/drawing/2014/main" id="{D6204459-DC7B-71D4-B4C6-156BC4CB8D5D}"/>
                  </a:ext>
                </a:extLst>
              </p:cNvPr>
              <p:cNvSpPr/>
              <p:nvPr/>
            </p:nvSpPr>
            <p:spPr>
              <a:xfrm>
                <a:off x="-51252" y="-5887006"/>
                <a:ext cx="5193918" cy="3580381"/>
              </a:xfrm>
              <a:custGeom>
                <a:avLst/>
                <a:gdLst>
                  <a:gd name="connsiteX0" fmla="*/ 3581533 w 5193918"/>
                  <a:gd name="connsiteY0" fmla="*/ 0 h 3580381"/>
                  <a:gd name="connsiteX1" fmla="*/ 5134289 w 5193918"/>
                  <a:gd name="connsiteY1" fmla="*/ 353181 h 3580381"/>
                  <a:gd name="connsiteX2" fmla="*/ 5193918 w 5193918"/>
                  <a:gd name="connsiteY2" fmla="*/ 383721 h 3580381"/>
                  <a:gd name="connsiteX3" fmla="*/ 5015756 w 5193918"/>
                  <a:gd name="connsiteY3" fmla="*/ 738223 h 3580381"/>
                  <a:gd name="connsiteX4" fmla="*/ 207456 w 5193918"/>
                  <a:gd name="connsiteY4" fmla="*/ 3580381 h 3580381"/>
                  <a:gd name="connsiteX5" fmla="*/ 0 w 5193918"/>
                  <a:gd name="connsiteY5" fmla="*/ 3580381 h 3580381"/>
                  <a:gd name="connsiteX6" fmla="*/ 4630 w 5193918"/>
                  <a:gd name="connsiteY6" fmla="*/ 3397256 h 3580381"/>
                  <a:gd name="connsiteX7" fmla="*/ 3581533 w 5193918"/>
                  <a:gd name="connsiteY7" fmla="*/ 0 h 358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193918" h="3580381">
                    <a:moveTo>
                      <a:pt x="3581533" y="0"/>
                    </a:moveTo>
                    <a:cubicBezTo>
                      <a:pt x="4137858" y="0"/>
                      <a:pt x="4664557" y="126841"/>
                      <a:pt x="5134289" y="353181"/>
                    </a:cubicBezTo>
                    <a:lnTo>
                      <a:pt x="5193918" y="383721"/>
                    </a:lnTo>
                    <a:lnTo>
                      <a:pt x="5015756" y="738223"/>
                    </a:lnTo>
                    <a:cubicBezTo>
                      <a:pt x="4082014" y="2432530"/>
                      <a:pt x="2278783" y="3580381"/>
                      <a:pt x="207456" y="3580381"/>
                    </a:cubicBezTo>
                    <a:lnTo>
                      <a:pt x="0" y="3580381"/>
                    </a:lnTo>
                    <a:lnTo>
                      <a:pt x="4630" y="3397256"/>
                    </a:lnTo>
                    <a:cubicBezTo>
                      <a:pt x="100556" y="1504866"/>
                      <a:pt x="1665304" y="0"/>
                      <a:pt x="3581533" y="0"/>
                    </a:cubicBezTo>
                    <a:close/>
                  </a:path>
                </a:pathLst>
              </a:custGeom>
              <a:gradFill>
                <a:gsLst>
                  <a:gs pos="100000">
                    <a:srgbClr val="D59DFF">
                      <a:alpha val="23000"/>
                    </a:srgbClr>
                  </a:gs>
                  <a:gs pos="0">
                    <a:srgbClr val="1F9CF0">
                      <a:alpha val="25000"/>
                    </a:srgb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grpSp>
        <p:sp>
          <p:nvSpPr>
            <p:cNvPr id="14" name="Freeform: Shape 13">
              <a:extLst>
                <a:ext uri="{FF2B5EF4-FFF2-40B4-BE49-F238E27FC236}">
                  <a16:creationId xmlns:a16="http://schemas.microsoft.com/office/drawing/2014/main" id="{8D3D36A4-87E7-9446-BCC6-B0C57E650CBC}"/>
                </a:ext>
              </a:extLst>
            </p:cNvPr>
            <p:cNvSpPr/>
            <p:nvPr userDrawn="1"/>
          </p:nvSpPr>
          <p:spPr>
            <a:xfrm>
              <a:off x="9761368" y="1"/>
              <a:ext cx="2430633" cy="1963134"/>
            </a:xfrm>
            <a:custGeom>
              <a:avLst/>
              <a:gdLst>
                <a:gd name="connsiteX0" fmla="*/ 72962 w 2430633"/>
                <a:gd name="connsiteY0" fmla="*/ 0 h 1963134"/>
                <a:gd name="connsiteX1" fmla="*/ 531131 w 2430633"/>
                <a:gd name="connsiteY1" fmla="*/ 0 h 1963134"/>
                <a:gd name="connsiteX2" fmla="*/ 520604 w 2430633"/>
                <a:gd name="connsiteY2" fmla="*/ 19395 h 1963134"/>
                <a:gd name="connsiteX3" fmla="*/ 435275 w 2430633"/>
                <a:gd name="connsiteY3" fmla="*/ 442043 h 1963134"/>
                <a:gd name="connsiteX4" fmla="*/ 1521090 w 2430633"/>
                <a:gd name="connsiteY4" fmla="*/ 1527858 h 1963134"/>
                <a:gd name="connsiteX5" fmla="*/ 2421465 w 2430633"/>
                <a:gd name="connsiteY5" fmla="*/ 1049133 h 1963134"/>
                <a:gd name="connsiteX6" fmla="*/ 2430633 w 2430633"/>
                <a:gd name="connsiteY6" fmla="*/ 1034041 h 1963134"/>
                <a:gd name="connsiteX7" fmla="*/ 2430633 w 2430633"/>
                <a:gd name="connsiteY7" fmla="*/ 1659171 h 1963134"/>
                <a:gd name="connsiteX8" fmla="*/ 2371546 w 2430633"/>
                <a:gd name="connsiteY8" fmla="*/ 1703356 h 1963134"/>
                <a:gd name="connsiteX9" fmla="*/ 1521090 w 2430633"/>
                <a:gd name="connsiteY9" fmla="*/ 1963134 h 1963134"/>
                <a:gd name="connsiteX10" fmla="*/ 0 w 2430633"/>
                <a:gd name="connsiteY10" fmla="*/ 442043 h 1963134"/>
                <a:gd name="connsiteX11" fmla="*/ 30903 w 2430633"/>
                <a:gd name="connsiteY11" fmla="*/ 135490 h 1963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30633" h="1963134">
                  <a:moveTo>
                    <a:pt x="72962" y="0"/>
                  </a:moveTo>
                  <a:lnTo>
                    <a:pt x="531131" y="0"/>
                  </a:lnTo>
                  <a:lnTo>
                    <a:pt x="520604" y="19395"/>
                  </a:lnTo>
                  <a:cubicBezTo>
                    <a:pt x="465659" y="149300"/>
                    <a:pt x="435275" y="292123"/>
                    <a:pt x="435275" y="442043"/>
                  </a:cubicBezTo>
                  <a:cubicBezTo>
                    <a:pt x="435275" y="1041722"/>
                    <a:pt x="921411" y="1527858"/>
                    <a:pt x="1521090" y="1527858"/>
                  </a:cubicBezTo>
                  <a:cubicBezTo>
                    <a:pt x="1895890" y="1527858"/>
                    <a:pt x="2226336" y="1337961"/>
                    <a:pt x="2421465" y="1049133"/>
                  </a:cubicBezTo>
                  <a:lnTo>
                    <a:pt x="2430633" y="1034041"/>
                  </a:lnTo>
                  <a:lnTo>
                    <a:pt x="2430633" y="1659171"/>
                  </a:lnTo>
                  <a:lnTo>
                    <a:pt x="2371546" y="1703356"/>
                  </a:lnTo>
                  <a:cubicBezTo>
                    <a:pt x="2128779" y="1867366"/>
                    <a:pt x="1836118" y="1963134"/>
                    <a:pt x="1521090" y="1963134"/>
                  </a:cubicBezTo>
                  <a:cubicBezTo>
                    <a:pt x="681015" y="1963134"/>
                    <a:pt x="0" y="1282118"/>
                    <a:pt x="0" y="442043"/>
                  </a:cubicBezTo>
                  <a:cubicBezTo>
                    <a:pt x="0" y="337034"/>
                    <a:pt x="10641" y="234510"/>
                    <a:pt x="30903" y="13549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5" name="Oval 14">
              <a:extLst>
                <a:ext uri="{FF2B5EF4-FFF2-40B4-BE49-F238E27FC236}">
                  <a16:creationId xmlns:a16="http://schemas.microsoft.com/office/drawing/2014/main" id="{5681CE15-9F22-BDFF-EA28-8D1C80094AEC}"/>
                </a:ext>
              </a:extLst>
            </p:cNvPr>
            <p:cNvSpPr/>
            <p:nvPr userDrawn="1"/>
          </p:nvSpPr>
          <p:spPr>
            <a:xfrm flipH="1">
              <a:off x="10577715" y="1733904"/>
              <a:ext cx="252468" cy="252468"/>
            </a:xfrm>
            <a:prstGeom prst="ellipse">
              <a:avLst/>
            </a:prstGeom>
            <a:noFill/>
            <a:ln w="6350">
              <a:solidFill>
                <a:srgbClr val="BFE8F6">
                  <a:alpha val="40000"/>
                </a:srgb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Freeform: Shape 15">
              <a:extLst>
                <a:ext uri="{FF2B5EF4-FFF2-40B4-BE49-F238E27FC236}">
                  <a16:creationId xmlns:a16="http://schemas.microsoft.com/office/drawing/2014/main" id="{97C9C2EE-B74F-A44D-3F95-7DA63008CC5A}"/>
                </a:ext>
              </a:extLst>
            </p:cNvPr>
            <p:cNvSpPr/>
            <p:nvPr userDrawn="1"/>
          </p:nvSpPr>
          <p:spPr>
            <a:xfrm>
              <a:off x="10191116" y="2"/>
              <a:ext cx="2000884" cy="1531759"/>
            </a:xfrm>
            <a:custGeom>
              <a:avLst/>
              <a:gdLst>
                <a:gd name="connsiteX0" fmla="*/ 95480 w 2000884"/>
                <a:gd name="connsiteY0" fmla="*/ 0 h 1531759"/>
                <a:gd name="connsiteX1" fmla="*/ 2000884 w 2000884"/>
                <a:gd name="connsiteY1" fmla="*/ 0 h 1531759"/>
                <a:gd name="connsiteX2" fmla="*/ 2000884 w 2000884"/>
                <a:gd name="connsiteY2" fmla="*/ 1043777 h 1531759"/>
                <a:gd name="connsiteX3" fmla="*/ 1996298 w 2000884"/>
                <a:gd name="connsiteY3" fmla="*/ 1051314 h 1531759"/>
                <a:gd name="connsiteX4" fmla="*/ 1091341 w 2000884"/>
                <a:gd name="connsiteY4" fmla="*/ 1531759 h 1531759"/>
                <a:gd name="connsiteX5" fmla="*/ 0 w 2000884"/>
                <a:gd name="connsiteY5" fmla="*/ 442043 h 1531759"/>
                <a:gd name="connsiteX6" fmla="*/ 85763 w 2000884"/>
                <a:gd name="connsiteY6" fmla="*/ 17876 h 153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00884" h="1531759">
                  <a:moveTo>
                    <a:pt x="95480" y="0"/>
                  </a:moveTo>
                  <a:lnTo>
                    <a:pt x="2000884" y="0"/>
                  </a:lnTo>
                  <a:lnTo>
                    <a:pt x="2000884" y="1043777"/>
                  </a:lnTo>
                  <a:lnTo>
                    <a:pt x="1996298" y="1051314"/>
                  </a:lnTo>
                  <a:cubicBezTo>
                    <a:pt x="1800176" y="1341180"/>
                    <a:pt x="1468048" y="1531759"/>
                    <a:pt x="1091341" y="1531759"/>
                  </a:cubicBezTo>
                  <a:cubicBezTo>
                    <a:pt x="488610" y="1531759"/>
                    <a:pt x="0" y="1043877"/>
                    <a:pt x="0" y="442043"/>
                  </a:cubicBezTo>
                  <a:cubicBezTo>
                    <a:pt x="0" y="291585"/>
                    <a:pt x="30538" y="148248"/>
                    <a:pt x="85763" y="17876"/>
                  </a:cubicBezTo>
                  <a:close/>
                </a:path>
              </a:pathLst>
            </a:custGeom>
            <a:gradFill flip="none" rotWithShape="1">
              <a:gsLst>
                <a:gs pos="2000">
                  <a:srgbClr val="342961">
                    <a:alpha val="93000"/>
                  </a:srgbClr>
                </a:gs>
                <a:gs pos="100000">
                  <a:srgbClr val="2096E8"/>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sz="2400">
                <a:solidFill>
                  <a:schemeClr val="lt1"/>
                </a:solidFill>
                <a:sym typeface="Calibri"/>
              </a:endParaRPr>
            </a:p>
          </p:txBody>
        </p:sp>
      </p:grpSp>
      <p:sp>
        <p:nvSpPr>
          <p:cNvPr id="22" name="Google Shape;74;p15">
            <a:extLst>
              <a:ext uri="{FF2B5EF4-FFF2-40B4-BE49-F238E27FC236}">
                <a16:creationId xmlns:a16="http://schemas.microsoft.com/office/drawing/2014/main" id="{B45F3749-769E-DA54-88F0-E2FE19871245}"/>
              </a:ext>
            </a:extLst>
          </p:cNvPr>
          <p:cNvSpPr txBox="1">
            <a:spLocks noGrp="1"/>
          </p:cNvSpPr>
          <p:nvPr>
            <p:ph type="title"/>
          </p:nvPr>
        </p:nvSpPr>
        <p:spPr>
          <a:xfrm>
            <a:off x="2086437" y="2112721"/>
            <a:ext cx="3494911" cy="1504604"/>
          </a:xfrm>
          <a:prstGeom prst="rect">
            <a:avLst/>
          </a:prstGeom>
        </p:spPr>
        <p:txBody>
          <a:bodyPr spcFirstLastPara="1" wrap="square" lIns="45700" tIns="18275" rIns="45700" bIns="18275" anchor="ctr" anchorCtr="0">
            <a:noAutofit/>
          </a:bodyPr>
          <a:lstStyle>
            <a:lvl1pPr lvl="0" rtl="0">
              <a:lnSpc>
                <a:spcPct val="90000"/>
              </a:lnSpc>
              <a:spcBef>
                <a:spcPts val="0"/>
              </a:spcBef>
              <a:spcAft>
                <a:spcPts val="0"/>
              </a:spcAft>
              <a:buSzPts val="5400"/>
              <a:buNone/>
              <a:defRPr sz="5400"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7" name="Arrow: Bent 26">
            <a:extLst>
              <a:ext uri="{FF2B5EF4-FFF2-40B4-BE49-F238E27FC236}">
                <a16:creationId xmlns:a16="http://schemas.microsoft.com/office/drawing/2014/main" id="{D87425F4-A309-21E8-AD9E-187EDDF4FC4A}"/>
              </a:ext>
              <a:ext uri="{C183D7F6-B498-43B3-948B-1728B52AA6E4}">
                <adec:decorative xmlns:adec="http://schemas.microsoft.com/office/drawing/2017/decorative" val="1"/>
              </a:ext>
            </a:extLst>
          </p:cNvPr>
          <p:cNvSpPr/>
          <p:nvPr userDrawn="1"/>
        </p:nvSpPr>
        <p:spPr>
          <a:xfrm rot="10800000">
            <a:off x="1969486" y="1314647"/>
            <a:ext cx="3528340" cy="2383591"/>
          </a:xfrm>
          <a:prstGeom prst="bentArrow">
            <a:avLst>
              <a:gd name="adj1" fmla="val 25000"/>
              <a:gd name="adj2" fmla="val 0"/>
              <a:gd name="adj3" fmla="val 25000"/>
              <a:gd name="adj4" fmla="val 12302"/>
            </a:avLst>
          </a:prstGeom>
          <a:ln w="6350">
            <a:solidFill>
              <a:schemeClr val="bg1">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endParaRPr>
          </a:p>
        </p:txBody>
      </p:sp>
      <p:sp>
        <p:nvSpPr>
          <p:cNvPr id="28" name="Arrow: U-Turn 27">
            <a:extLst>
              <a:ext uri="{FF2B5EF4-FFF2-40B4-BE49-F238E27FC236}">
                <a16:creationId xmlns:a16="http://schemas.microsoft.com/office/drawing/2014/main" id="{DF180DA9-1FA8-89A2-6ADD-F9CE7474A860}"/>
              </a:ext>
              <a:ext uri="{C183D7F6-B498-43B3-948B-1728B52AA6E4}">
                <adec:decorative xmlns:adec="http://schemas.microsoft.com/office/drawing/2017/decorative" val="1"/>
              </a:ext>
            </a:extLst>
          </p:cNvPr>
          <p:cNvSpPr/>
          <p:nvPr userDrawn="1"/>
        </p:nvSpPr>
        <p:spPr>
          <a:xfrm>
            <a:off x="5498826" y="304802"/>
            <a:ext cx="597173" cy="1009845"/>
          </a:xfrm>
          <a:prstGeom prst="uturnArrow">
            <a:avLst>
              <a:gd name="adj1" fmla="val 0"/>
              <a:gd name="adj2" fmla="val 0"/>
              <a:gd name="adj3" fmla="val 0"/>
              <a:gd name="adj4" fmla="val 50000"/>
              <a:gd name="adj5" fmla="val 32964"/>
            </a:avLst>
          </a:prstGeom>
          <a:ln w="6350">
            <a:solidFill>
              <a:schemeClr val="bg1">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endParaRPr>
          </a:p>
        </p:txBody>
      </p:sp>
      <p:cxnSp>
        <p:nvCxnSpPr>
          <p:cNvPr id="44" name="Straight Arrow Connector 43">
            <a:extLst>
              <a:ext uri="{FF2B5EF4-FFF2-40B4-BE49-F238E27FC236}">
                <a16:creationId xmlns:a16="http://schemas.microsoft.com/office/drawing/2014/main" id="{2E910B89-D595-9163-C735-BEC27695F783}"/>
              </a:ext>
              <a:ext uri="{C183D7F6-B498-43B3-948B-1728B52AA6E4}">
                <adec:decorative xmlns:adec="http://schemas.microsoft.com/office/drawing/2017/decorative" val="1"/>
              </a:ext>
            </a:extLst>
          </p:cNvPr>
          <p:cNvCxnSpPr>
            <a:cxnSpLocks/>
          </p:cNvCxnSpPr>
          <p:nvPr userDrawn="1"/>
        </p:nvCxnSpPr>
        <p:spPr>
          <a:xfrm>
            <a:off x="6100116" y="6363541"/>
            <a:ext cx="0" cy="494459"/>
          </a:xfrm>
          <a:prstGeom prst="straightConnector1">
            <a:avLst/>
          </a:prstGeom>
          <a:ln w="6350">
            <a:solidFill>
              <a:schemeClr val="bg1">
                <a:alpha val="20000"/>
              </a:schemeClr>
            </a:solidFill>
          </a:ln>
        </p:spPr>
        <p:style>
          <a:lnRef idx="2">
            <a:schemeClr val="accent1">
              <a:shade val="50000"/>
            </a:schemeClr>
          </a:lnRef>
          <a:fillRef idx="1">
            <a:schemeClr val="accent1"/>
          </a:fillRef>
          <a:effectRef idx="0">
            <a:schemeClr val="accent1"/>
          </a:effectRef>
          <a:fontRef idx="minor">
            <a:schemeClr val="lt1"/>
          </a:fontRef>
        </p:style>
      </p:cxnSp>
      <p:sp>
        <p:nvSpPr>
          <p:cNvPr id="23" name="Google Shape;84;p16">
            <a:extLst>
              <a:ext uri="{FF2B5EF4-FFF2-40B4-BE49-F238E27FC236}">
                <a16:creationId xmlns:a16="http://schemas.microsoft.com/office/drawing/2014/main" id="{8E7A2B80-0948-97B9-AC9D-301C1591AC71}"/>
              </a:ext>
            </a:extLst>
          </p:cNvPr>
          <p:cNvSpPr txBox="1">
            <a:spLocks noGrp="1"/>
          </p:cNvSpPr>
          <p:nvPr>
            <p:ph type="body" idx="1"/>
          </p:nvPr>
        </p:nvSpPr>
        <p:spPr>
          <a:xfrm>
            <a:off x="5842003" y="641711"/>
            <a:ext cx="4884389" cy="5721828"/>
          </a:xfrm>
          <a:prstGeom prst="roundRect">
            <a:avLst>
              <a:gd name="adj" fmla="val 3592"/>
            </a:avLst>
          </a:prstGeom>
          <a:solidFill>
            <a:srgbClr val="5D4F92">
              <a:alpha val="42000"/>
            </a:srgbClr>
          </a:solidFill>
        </p:spPr>
        <p:txBody>
          <a:bodyPr spcFirstLastPara="1" wrap="square" lIns="45700" tIns="18275" rIns="45700" bIns="18275" anchor="ctr" anchorCtr="0">
            <a:noAutofit/>
          </a:bodyPr>
          <a:lstStyle>
            <a:lvl1pPr marL="368291" lvl="0" indent="-368291">
              <a:lnSpc>
                <a:spcPct val="100000"/>
              </a:lnSpc>
              <a:spcBef>
                <a:spcPts val="0"/>
              </a:spcBef>
              <a:spcAft>
                <a:spcPts val="1600"/>
              </a:spcAft>
              <a:buClr>
                <a:schemeClr val="accent1"/>
              </a:buClr>
              <a:buSzPct val="100000"/>
              <a:buFont typeface="+mj-lt"/>
              <a:buAutoNum type="arabicPeriod"/>
              <a:defRPr sz="2400" b="0" i="0">
                <a:solidFill>
                  <a:schemeClr val="bg1"/>
                </a:solidFill>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pic>
        <p:nvPicPr>
          <p:cNvPr id="9" name="Picture 8">
            <a:extLst>
              <a:ext uri="{FF2B5EF4-FFF2-40B4-BE49-F238E27FC236}">
                <a16:creationId xmlns:a16="http://schemas.microsoft.com/office/drawing/2014/main" id="{70F4B9BB-8F9D-370C-07BF-D3A8713F9CCF}"/>
              </a:ext>
              <a:ext uri="{C183D7F6-B498-43B3-948B-1728B52AA6E4}">
                <adec:decorative xmlns:adec="http://schemas.microsoft.com/office/drawing/2017/decorative" val="1"/>
              </a:ext>
            </a:extLst>
          </p:cNvPr>
          <p:cNvPicPr preferRelativeResize="0"/>
          <p:nvPr userDrawn="1"/>
        </p:nvPicPr>
        <p:blipFill rotWithShape="1">
          <a:blip r:embed="rId3">
            <a:alphaModFix amt="30000"/>
          </a:blip>
          <a:srcRect l="-565" t="-859" r="79904" b="-498"/>
          <a:stretch/>
        </p:blipFill>
        <p:spPr>
          <a:xfrm flipV="1">
            <a:off x="11015331" y="532191"/>
            <a:ext cx="1176669" cy="5793620"/>
          </a:xfrm>
          <a:custGeom>
            <a:avLst/>
            <a:gdLst>
              <a:gd name="connsiteX0" fmla="*/ 0 w 3915966"/>
              <a:gd name="connsiteY0" fmla="*/ 2085975 h 2085975"/>
              <a:gd name="connsiteX1" fmla="*/ 3915966 w 3915966"/>
              <a:gd name="connsiteY1" fmla="*/ 2085975 h 2085975"/>
              <a:gd name="connsiteX2" fmla="*/ 3915966 w 3915966"/>
              <a:gd name="connsiteY2" fmla="*/ 0 h 2085975"/>
              <a:gd name="connsiteX3" fmla="*/ 0 w 3915966"/>
              <a:gd name="connsiteY3" fmla="*/ 0 h 2085975"/>
            </a:gdLst>
            <a:ahLst/>
            <a:cxnLst>
              <a:cxn ang="0">
                <a:pos x="connsiteX0" y="connsiteY0"/>
              </a:cxn>
              <a:cxn ang="0">
                <a:pos x="connsiteX1" y="connsiteY1"/>
              </a:cxn>
              <a:cxn ang="0">
                <a:pos x="connsiteX2" y="connsiteY2"/>
              </a:cxn>
              <a:cxn ang="0">
                <a:pos x="connsiteX3" y="connsiteY3"/>
              </a:cxn>
            </a:cxnLst>
            <a:rect l="l" t="t" r="r" b="b"/>
            <a:pathLst>
              <a:path w="3915966" h="2085975">
                <a:moveTo>
                  <a:pt x="0" y="2085975"/>
                </a:moveTo>
                <a:lnTo>
                  <a:pt x="3915966" y="2085975"/>
                </a:lnTo>
                <a:lnTo>
                  <a:pt x="3915966" y="0"/>
                </a:lnTo>
                <a:lnTo>
                  <a:pt x="0" y="0"/>
                </a:lnTo>
                <a:close/>
              </a:path>
            </a:pathLst>
          </a:custGeom>
          <a:noFill/>
          <a:ln>
            <a:noFill/>
          </a:ln>
        </p:spPr>
      </p:pic>
    </p:spTree>
    <p:extLst>
      <p:ext uri="{BB962C8B-B14F-4D97-AF65-F5344CB8AC3E}">
        <p14:creationId xmlns:p14="http://schemas.microsoft.com/office/powerpoint/2010/main" val="11266871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End Slide" preserve="1">
  <p:cSld name="End Slide">
    <p:spTree>
      <p:nvGrpSpPr>
        <p:cNvPr id="1" name="Shape 76"/>
        <p:cNvGrpSpPr/>
        <p:nvPr/>
      </p:nvGrpSpPr>
      <p:grpSpPr>
        <a:xfrm>
          <a:off x="0" y="0"/>
          <a:ext cx="0" cy="0"/>
          <a:chOff x="0" y="0"/>
          <a:chExt cx="0" cy="0"/>
        </a:xfrm>
      </p:grpSpPr>
      <p:grpSp>
        <p:nvGrpSpPr>
          <p:cNvPr id="2" name="Group 1">
            <a:extLst>
              <a:ext uri="{FF2B5EF4-FFF2-40B4-BE49-F238E27FC236}">
                <a16:creationId xmlns:a16="http://schemas.microsoft.com/office/drawing/2014/main" id="{C79008D2-194B-49D8-BBA4-B692D2DB120C}"/>
              </a:ext>
              <a:ext uri="{C183D7F6-B498-43B3-948B-1728B52AA6E4}">
                <adec:decorative xmlns:adec="http://schemas.microsoft.com/office/drawing/2017/decorative" val="1"/>
              </a:ext>
            </a:extLst>
          </p:cNvPr>
          <p:cNvGrpSpPr/>
          <p:nvPr userDrawn="1"/>
        </p:nvGrpSpPr>
        <p:grpSpPr>
          <a:xfrm>
            <a:off x="1" y="1"/>
            <a:ext cx="16459521" cy="7207260"/>
            <a:chOff x="0" y="0"/>
            <a:chExt cx="12344641" cy="5405445"/>
          </a:xfrm>
        </p:grpSpPr>
        <p:pic>
          <p:nvPicPr>
            <p:cNvPr id="77" name="Google Shape;77;p16">
              <a:extLst>
                <a:ext uri="{C183D7F6-B498-43B3-948B-1728B52AA6E4}">
                  <adec:decorative xmlns:adec="http://schemas.microsoft.com/office/drawing/2017/decorative" val="1"/>
                </a:ext>
              </a:extLst>
            </p:cNvPr>
            <p:cNvPicPr preferRelativeResize="0"/>
            <p:nvPr/>
          </p:nvPicPr>
          <p:blipFill rotWithShape="1">
            <a:blip r:embed="rId2">
              <a:alphaModFix/>
            </a:blip>
            <a:srcRect/>
            <a:stretch/>
          </p:blipFill>
          <p:spPr>
            <a:xfrm>
              <a:off x="0" y="0"/>
              <a:ext cx="5885013" cy="5143501"/>
            </a:xfrm>
            <a:prstGeom prst="rect">
              <a:avLst/>
            </a:prstGeom>
            <a:noFill/>
            <a:ln>
              <a:noFill/>
            </a:ln>
          </p:spPr>
        </p:pic>
        <p:sp>
          <p:nvSpPr>
            <p:cNvPr id="78" name="Google Shape;78;p16">
              <a:extLst>
                <a:ext uri="{C183D7F6-B498-43B3-948B-1728B52AA6E4}">
                  <adec:decorative xmlns:adec="http://schemas.microsoft.com/office/drawing/2017/decorative" val="1"/>
                </a:ext>
              </a:extLst>
            </p:cNvPr>
            <p:cNvSpPr/>
            <p:nvPr/>
          </p:nvSpPr>
          <p:spPr>
            <a:xfrm>
              <a:off x="1760228" y="1643076"/>
              <a:ext cx="3651900" cy="2862600"/>
            </a:xfrm>
            <a:prstGeom prst="roundRect">
              <a:avLst>
                <a:gd name="adj" fmla="val 371"/>
              </a:avLst>
            </a:prstGeom>
            <a:solidFill>
              <a:srgbClr val="161828"/>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100" b="0" i="0">
                <a:solidFill>
                  <a:schemeClr val="lt1"/>
                </a:solidFill>
                <a:latin typeface="Helvetica" pitchFamily="2" charset="0"/>
                <a:ea typeface="Calibri"/>
                <a:cs typeface="Calibri"/>
                <a:sym typeface="Calibri"/>
              </a:endParaRPr>
            </a:p>
          </p:txBody>
        </p:sp>
        <p:sp>
          <p:nvSpPr>
            <p:cNvPr id="79" name="Google Shape;79;p16">
              <a:extLst>
                <a:ext uri="{C183D7F6-B498-43B3-948B-1728B52AA6E4}">
                  <adec:decorative xmlns:adec="http://schemas.microsoft.com/office/drawing/2017/decorative" val="1"/>
                </a:ext>
              </a:extLst>
            </p:cNvPr>
            <p:cNvSpPr/>
            <p:nvPr/>
          </p:nvSpPr>
          <p:spPr>
            <a:xfrm rot="10800000">
              <a:off x="5412127" y="1642998"/>
              <a:ext cx="2833800" cy="2862600"/>
            </a:xfrm>
            <a:prstGeom prst="roundRect">
              <a:avLst>
                <a:gd name="adj" fmla="val 371"/>
              </a:avLst>
            </a:prstGeom>
            <a:gradFill>
              <a:gsLst>
                <a:gs pos="0">
                  <a:srgbClr val="9477E2"/>
                </a:gs>
                <a:gs pos="100000">
                  <a:srgbClr val="28AFEA"/>
                </a:gs>
              </a:gsLst>
              <a:lin ang="5400012" scaled="0"/>
            </a:gradFill>
            <a:ln>
              <a:noFill/>
            </a:ln>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100" kern="0" spc="0" normalizeH="0" baseline="0">
                <a:ln>
                  <a:noFill/>
                </a:ln>
                <a:solidFill>
                  <a:srgbClr val="FFFFFF"/>
                </a:solidFill>
                <a:effectLst/>
                <a:uLnTx/>
                <a:uFillTx/>
                <a:latin typeface="Helvetica" pitchFamily="2" charset="0"/>
                <a:ea typeface="Calibri"/>
                <a:cs typeface="Calibri"/>
                <a:sym typeface="Calibri"/>
              </a:endParaRPr>
            </a:p>
          </p:txBody>
        </p:sp>
        <p:pic>
          <p:nvPicPr>
            <p:cNvPr id="80" name="Google Shape;80;p16">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8582272" y="1643076"/>
              <a:ext cx="3762369" cy="3762369"/>
            </a:xfrm>
            <a:prstGeom prst="rect">
              <a:avLst/>
            </a:prstGeom>
            <a:noFill/>
            <a:ln>
              <a:noFill/>
            </a:ln>
          </p:spPr>
        </p:pic>
        <p:sp>
          <p:nvSpPr>
            <p:cNvPr id="81" name="Google Shape;81;p16">
              <a:extLst>
                <a:ext uri="{C183D7F6-B498-43B3-948B-1728B52AA6E4}">
                  <adec:decorative xmlns:adec="http://schemas.microsoft.com/office/drawing/2017/decorative" val="1"/>
                </a:ext>
              </a:extLst>
            </p:cNvPr>
            <p:cNvSpPr/>
            <p:nvPr/>
          </p:nvSpPr>
          <p:spPr>
            <a:xfrm rot="10800000">
              <a:off x="8564425" y="225"/>
              <a:ext cx="73200" cy="1411200"/>
            </a:xfrm>
            <a:prstGeom prst="rect">
              <a:avLst/>
            </a:prstGeom>
            <a:gradFill>
              <a:gsLst>
                <a:gs pos="0">
                  <a:srgbClr val="D59DFF"/>
                </a:gs>
                <a:gs pos="100000">
                  <a:srgbClr val="28AFEA"/>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b="0" i="0">
                <a:latin typeface="Helvetica" pitchFamily="2" charset="0"/>
              </a:endParaRPr>
            </a:p>
          </p:txBody>
        </p:sp>
      </p:grpSp>
      <p:sp>
        <p:nvSpPr>
          <p:cNvPr id="82" name="Google Shape;82;p16"/>
          <p:cNvSpPr txBox="1">
            <a:spLocks noGrp="1"/>
          </p:cNvSpPr>
          <p:nvPr>
            <p:ph type="title"/>
          </p:nvPr>
        </p:nvSpPr>
        <p:spPr>
          <a:xfrm>
            <a:off x="7022592" y="707136"/>
            <a:ext cx="3974400" cy="1036400"/>
          </a:xfrm>
          <a:prstGeom prst="rect">
            <a:avLst/>
          </a:prstGeom>
        </p:spPr>
        <p:txBody>
          <a:bodyPr spcFirstLastPara="1" wrap="square" lIns="45700" tIns="18275" rIns="45700" bIns="18275" anchor="t" anchorCtr="0">
            <a:noAutofit/>
          </a:bodyPr>
          <a:lstStyle>
            <a:lvl1pPr lvl="0" algn="r">
              <a:spcBef>
                <a:spcPts val="0"/>
              </a:spcBef>
              <a:spcAft>
                <a:spcPts val="0"/>
              </a:spcAft>
              <a:buSzPts val="3400"/>
              <a:buNone/>
              <a:defRPr sz="4800" b="1"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6"/>
          <p:cNvSpPr txBox="1">
            <a:spLocks noGrp="1"/>
          </p:cNvSpPr>
          <p:nvPr>
            <p:ph type="title" idx="2"/>
          </p:nvPr>
        </p:nvSpPr>
        <p:spPr>
          <a:xfrm>
            <a:off x="2804160" y="2572512"/>
            <a:ext cx="3804000" cy="1097200"/>
          </a:xfrm>
          <a:prstGeom prst="rect">
            <a:avLst/>
          </a:prstGeom>
        </p:spPr>
        <p:txBody>
          <a:bodyPr spcFirstLastPara="1" wrap="square" lIns="45700" tIns="18275" rIns="45700" bIns="18275" anchor="t" anchorCtr="0">
            <a:noAutofit/>
          </a:bodyPr>
          <a:lstStyle>
            <a:lvl1pPr lvl="0">
              <a:spcBef>
                <a:spcPts val="0"/>
              </a:spcBef>
              <a:spcAft>
                <a:spcPts val="0"/>
              </a:spcAft>
              <a:buSzPts val="1700"/>
              <a:buNone/>
              <a:defRPr sz="2400" b="0" i="0">
                <a:latin typeface="Helvetica" pitchFamily="2" charset="0"/>
              </a:defRPr>
            </a:lvl1pPr>
            <a:lvl2pPr lvl="1">
              <a:spcBef>
                <a:spcPts val="0"/>
              </a:spcBef>
              <a:spcAft>
                <a:spcPts val="0"/>
              </a:spcAft>
              <a:buSzPts val="1700"/>
              <a:buNone/>
              <a:defRPr sz="2267"/>
            </a:lvl2pPr>
            <a:lvl3pPr lvl="2">
              <a:spcBef>
                <a:spcPts val="0"/>
              </a:spcBef>
              <a:spcAft>
                <a:spcPts val="0"/>
              </a:spcAft>
              <a:buSzPts val="1700"/>
              <a:buNone/>
              <a:defRPr sz="2267"/>
            </a:lvl3pPr>
            <a:lvl4pPr lvl="3">
              <a:spcBef>
                <a:spcPts val="0"/>
              </a:spcBef>
              <a:spcAft>
                <a:spcPts val="0"/>
              </a:spcAft>
              <a:buSzPts val="1700"/>
              <a:buNone/>
              <a:defRPr sz="2267"/>
            </a:lvl4pPr>
            <a:lvl5pPr lvl="4">
              <a:spcBef>
                <a:spcPts val="0"/>
              </a:spcBef>
              <a:spcAft>
                <a:spcPts val="0"/>
              </a:spcAft>
              <a:buSzPts val="1700"/>
              <a:buNone/>
              <a:defRPr sz="2267"/>
            </a:lvl5pPr>
            <a:lvl6pPr lvl="5">
              <a:spcBef>
                <a:spcPts val="0"/>
              </a:spcBef>
              <a:spcAft>
                <a:spcPts val="0"/>
              </a:spcAft>
              <a:buSzPts val="1700"/>
              <a:buNone/>
              <a:defRPr sz="2267"/>
            </a:lvl6pPr>
            <a:lvl7pPr lvl="6">
              <a:spcBef>
                <a:spcPts val="0"/>
              </a:spcBef>
              <a:spcAft>
                <a:spcPts val="0"/>
              </a:spcAft>
              <a:buSzPts val="1700"/>
              <a:buNone/>
              <a:defRPr sz="2267"/>
            </a:lvl7pPr>
            <a:lvl8pPr lvl="7">
              <a:spcBef>
                <a:spcPts val="0"/>
              </a:spcBef>
              <a:spcAft>
                <a:spcPts val="0"/>
              </a:spcAft>
              <a:buSzPts val="1700"/>
              <a:buNone/>
              <a:defRPr sz="2267"/>
            </a:lvl8pPr>
            <a:lvl9pPr lvl="8">
              <a:spcBef>
                <a:spcPts val="0"/>
              </a:spcBef>
              <a:spcAft>
                <a:spcPts val="0"/>
              </a:spcAft>
              <a:buSzPts val="1700"/>
              <a:buNone/>
              <a:defRPr sz="2267"/>
            </a:lvl9pPr>
          </a:lstStyle>
          <a:p>
            <a:endParaRPr/>
          </a:p>
        </p:txBody>
      </p:sp>
      <p:sp>
        <p:nvSpPr>
          <p:cNvPr id="84" name="Google Shape;84;p16"/>
          <p:cNvSpPr txBox="1">
            <a:spLocks noGrp="1"/>
          </p:cNvSpPr>
          <p:nvPr>
            <p:ph type="body" idx="1"/>
          </p:nvPr>
        </p:nvSpPr>
        <p:spPr>
          <a:xfrm>
            <a:off x="2791968" y="3742944"/>
            <a:ext cx="3974400" cy="1706800"/>
          </a:xfrm>
          <a:prstGeom prst="rect">
            <a:avLst/>
          </a:prstGeom>
        </p:spPr>
        <p:txBody>
          <a:bodyPr spcFirstLastPara="1" wrap="square" lIns="45700" tIns="18275" rIns="45700" bIns="18275" anchor="t" anchorCtr="0">
            <a:noAutofit/>
          </a:bodyPr>
          <a:lstStyle>
            <a:lvl1pPr marL="0" lvl="0" indent="0">
              <a:spcBef>
                <a:spcPts val="0"/>
              </a:spcBef>
              <a:spcAft>
                <a:spcPts val="0"/>
              </a:spcAft>
              <a:buSzPts val="800"/>
              <a:buNone/>
              <a:defRPr sz="1100" b="0" i="0">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pic>
        <p:nvPicPr>
          <p:cNvPr id="87" name="Google Shape;87;p16" descr="LinkedIn logo"/>
          <p:cNvPicPr preferRelativeResize="0"/>
          <p:nvPr/>
        </p:nvPicPr>
        <p:blipFill rotWithShape="1">
          <a:blip r:embed="rId4">
            <a:alphaModFix/>
          </a:blip>
          <a:srcRect/>
          <a:stretch/>
        </p:blipFill>
        <p:spPr>
          <a:xfrm>
            <a:off x="7634501" y="2601357"/>
            <a:ext cx="254409" cy="254409"/>
          </a:xfrm>
          <a:prstGeom prst="rect">
            <a:avLst/>
          </a:prstGeom>
          <a:noFill/>
          <a:ln>
            <a:noFill/>
          </a:ln>
        </p:spPr>
      </p:pic>
      <p:sp>
        <p:nvSpPr>
          <p:cNvPr id="85" name="Google Shape;85;p16"/>
          <p:cNvSpPr txBox="1">
            <a:spLocks noGrp="1"/>
          </p:cNvSpPr>
          <p:nvPr>
            <p:ph type="body" idx="3"/>
          </p:nvPr>
        </p:nvSpPr>
        <p:spPr>
          <a:xfrm>
            <a:off x="7985760" y="2633472"/>
            <a:ext cx="1865200" cy="244000"/>
          </a:xfrm>
          <a:prstGeom prst="rect">
            <a:avLst/>
          </a:prstGeom>
        </p:spPr>
        <p:txBody>
          <a:bodyPr spcFirstLastPara="1" wrap="square" lIns="45700" tIns="18275" rIns="45700" bIns="18275" anchor="t" anchorCtr="0">
            <a:noAutofit/>
          </a:bodyPr>
          <a:lstStyle>
            <a:lvl1pPr marL="0" lvl="0" indent="0">
              <a:spcBef>
                <a:spcPts val="0"/>
              </a:spcBef>
              <a:spcAft>
                <a:spcPts val="0"/>
              </a:spcAft>
              <a:buSzPts val="800"/>
              <a:buNone/>
              <a:defRPr sz="1100" b="0" i="0">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sp>
        <p:nvSpPr>
          <p:cNvPr id="88" name="Google Shape;88;p16" descr="An icon of mail"/>
          <p:cNvSpPr/>
          <p:nvPr/>
        </p:nvSpPr>
        <p:spPr>
          <a:xfrm>
            <a:off x="7613708" y="3102871"/>
            <a:ext cx="296424" cy="194256"/>
          </a:xfrm>
          <a:custGeom>
            <a:avLst/>
            <a:gdLst/>
            <a:ahLst/>
            <a:cxnLst/>
            <a:rect l="l" t="t" r="r" b="b"/>
            <a:pathLst>
              <a:path w="21600" h="21600" extrusionOk="0">
                <a:moveTo>
                  <a:pt x="11610" y="13990"/>
                </a:moveTo>
                <a:cubicBezTo>
                  <a:pt x="11373" y="14259"/>
                  <a:pt x="11093" y="14400"/>
                  <a:pt x="10800" y="14400"/>
                </a:cubicBezTo>
                <a:cubicBezTo>
                  <a:pt x="10505" y="14400"/>
                  <a:pt x="10225" y="14259"/>
                  <a:pt x="9990" y="13990"/>
                </a:cubicBezTo>
                <a:lnTo>
                  <a:pt x="7198" y="10800"/>
                </a:lnTo>
                <a:lnTo>
                  <a:pt x="6636" y="10157"/>
                </a:lnTo>
                <a:lnTo>
                  <a:pt x="1349" y="4115"/>
                </a:lnTo>
                <a:lnTo>
                  <a:pt x="1349" y="4114"/>
                </a:lnTo>
                <a:cubicBezTo>
                  <a:pt x="1349" y="2980"/>
                  <a:pt x="1955" y="2057"/>
                  <a:pt x="2699" y="2057"/>
                </a:cubicBezTo>
                <a:lnTo>
                  <a:pt x="18899" y="2057"/>
                </a:lnTo>
                <a:cubicBezTo>
                  <a:pt x="19643" y="2057"/>
                  <a:pt x="20249" y="2980"/>
                  <a:pt x="20249" y="4114"/>
                </a:cubicBezTo>
                <a:cubicBezTo>
                  <a:pt x="20249" y="4114"/>
                  <a:pt x="11610" y="13990"/>
                  <a:pt x="11610" y="13990"/>
                </a:cubicBezTo>
                <a:close/>
                <a:moveTo>
                  <a:pt x="20249" y="16198"/>
                </a:moveTo>
                <a:lnTo>
                  <a:pt x="15525" y="10800"/>
                </a:lnTo>
                <a:lnTo>
                  <a:pt x="20249" y="5399"/>
                </a:lnTo>
                <a:cubicBezTo>
                  <a:pt x="20249" y="5399"/>
                  <a:pt x="20249" y="16198"/>
                  <a:pt x="20249" y="16198"/>
                </a:cubicBezTo>
                <a:close/>
                <a:moveTo>
                  <a:pt x="20249" y="17484"/>
                </a:moveTo>
                <a:cubicBezTo>
                  <a:pt x="20249" y="18620"/>
                  <a:pt x="19643" y="19541"/>
                  <a:pt x="18899" y="19541"/>
                </a:cubicBezTo>
                <a:lnTo>
                  <a:pt x="2699" y="19541"/>
                </a:lnTo>
                <a:cubicBezTo>
                  <a:pt x="1955" y="19541"/>
                  <a:pt x="1349" y="18620"/>
                  <a:pt x="1349" y="17484"/>
                </a:cubicBezTo>
                <a:lnTo>
                  <a:pt x="6636" y="11442"/>
                </a:lnTo>
                <a:lnTo>
                  <a:pt x="9585" y="14813"/>
                </a:lnTo>
                <a:cubicBezTo>
                  <a:pt x="9945" y="15222"/>
                  <a:pt x="10372" y="15429"/>
                  <a:pt x="10800" y="15429"/>
                </a:cubicBezTo>
                <a:cubicBezTo>
                  <a:pt x="11228" y="15429"/>
                  <a:pt x="11654" y="15222"/>
                  <a:pt x="12015" y="14813"/>
                </a:cubicBezTo>
                <a:lnTo>
                  <a:pt x="14963" y="11442"/>
                </a:lnTo>
                <a:cubicBezTo>
                  <a:pt x="14963" y="11442"/>
                  <a:pt x="20249" y="17484"/>
                  <a:pt x="20249" y="17484"/>
                </a:cubicBezTo>
                <a:close/>
                <a:moveTo>
                  <a:pt x="1349" y="5399"/>
                </a:moveTo>
                <a:lnTo>
                  <a:pt x="6074" y="10800"/>
                </a:lnTo>
                <a:lnTo>
                  <a:pt x="1349" y="16198"/>
                </a:lnTo>
                <a:cubicBezTo>
                  <a:pt x="1349" y="16198"/>
                  <a:pt x="1349" y="5399"/>
                  <a:pt x="1349" y="5399"/>
                </a:cubicBezTo>
                <a:close/>
                <a:moveTo>
                  <a:pt x="18899" y="0"/>
                </a:moveTo>
                <a:lnTo>
                  <a:pt x="2699" y="0"/>
                </a:lnTo>
                <a:cubicBezTo>
                  <a:pt x="1208" y="0"/>
                  <a:pt x="0" y="1842"/>
                  <a:pt x="0" y="4114"/>
                </a:cubicBezTo>
                <a:lnTo>
                  <a:pt x="0" y="17484"/>
                </a:lnTo>
                <a:cubicBezTo>
                  <a:pt x="0" y="19756"/>
                  <a:pt x="1208" y="21600"/>
                  <a:pt x="2699" y="21600"/>
                </a:cubicBezTo>
                <a:lnTo>
                  <a:pt x="18899" y="21600"/>
                </a:lnTo>
                <a:cubicBezTo>
                  <a:pt x="20391" y="21600"/>
                  <a:pt x="21600" y="19756"/>
                  <a:pt x="21600" y="17484"/>
                </a:cubicBezTo>
                <a:lnTo>
                  <a:pt x="21600" y="4114"/>
                </a:lnTo>
                <a:cubicBezTo>
                  <a:pt x="21600" y="1842"/>
                  <a:pt x="20391" y="0"/>
                  <a:pt x="18899" y="0"/>
                </a:cubicBezTo>
              </a:path>
            </a:pathLst>
          </a:custGeom>
          <a:solidFill>
            <a:schemeClr val="lt1"/>
          </a:solidFill>
          <a:ln>
            <a:noFill/>
          </a:ln>
        </p:spPr>
        <p:txBody>
          <a:bodyPr spcFirstLastPara="1" wrap="square" lIns="11933" tIns="11933" rIns="11933" bIns="11933" anchor="ctr" anchorCtr="0">
            <a:noAutofit/>
          </a:bodyPr>
          <a:lstStyle/>
          <a:p>
            <a:pPr marL="0" marR="0" lvl="0" indent="0" algn="ctr" rtl="0">
              <a:spcBef>
                <a:spcPts val="0"/>
              </a:spcBef>
              <a:spcAft>
                <a:spcPts val="0"/>
              </a:spcAft>
              <a:buNone/>
            </a:pPr>
            <a:endParaRPr sz="1000" b="0" i="0">
              <a:solidFill>
                <a:srgbClr val="595959"/>
              </a:solidFill>
              <a:latin typeface="Helvetica" pitchFamily="2" charset="0"/>
              <a:ea typeface="Gill Sans"/>
              <a:cs typeface="Gill Sans"/>
              <a:sym typeface="Gill Sans"/>
            </a:endParaRPr>
          </a:p>
        </p:txBody>
      </p:sp>
      <p:sp>
        <p:nvSpPr>
          <p:cNvPr id="86" name="Google Shape;86;p16"/>
          <p:cNvSpPr txBox="1">
            <a:spLocks noGrp="1"/>
          </p:cNvSpPr>
          <p:nvPr>
            <p:ph type="body" idx="4"/>
          </p:nvPr>
        </p:nvSpPr>
        <p:spPr>
          <a:xfrm>
            <a:off x="7985760" y="3060192"/>
            <a:ext cx="1840800" cy="244000"/>
          </a:xfrm>
          <a:prstGeom prst="rect">
            <a:avLst/>
          </a:prstGeom>
        </p:spPr>
        <p:txBody>
          <a:bodyPr spcFirstLastPara="1" wrap="square" lIns="45700" tIns="18275" rIns="45700" bIns="18275" anchor="t" anchorCtr="0">
            <a:noAutofit/>
          </a:bodyPr>
          <a:lstStyle>
            <a:lvl1pPr marL="0" lvl="0" indent="0" rtl="0">
              <a:spcBef>
                <a:spcPts val="0"/>
              </a:spcBef>
              <a:spcAft>
                <a:spcPts val="0"/>
              </a:spcAft>
              <a:buSzPts val="800"/>
              <a:buNone/>
              <a:defRPr sz="1100"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Tree>
    <p:extLst>
      <p:ext uri="{BB962C8B-B14F-4D97-AF65-F5344CB8AC3E}">
        <p14:creationId xmlns:p14="http://schemas.microsoft.com/office/powerpoint/2010/main" val="118795587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Laptop Screen" preserve="1">
  <p:cSld name="Laptop Screen">
    <p:spTree>
      <p:nvGrpSpPr>
        <p:cNvPr id="1" name="Shape 89"/>
        <p:cNvGrpSpPr/>
        <p:nvPr/>
      </p:nvGrpSpPr>
      <p:grpSpPr>
        <a:xfrm>
          <a:off x="0" y="0"/>
          <a:ext cx="0" cy="0"/>
          <a:chOff x="0" y="0"/>
          <a:chExt cx="0" cy="0"/>
        </a:xfrm>
      </p:grpSpPr>
      <p:cxnSp>
        <p:nvCxnSpPr>
          <p:cNvPr id="3" name="Google Shape;67;p15">
            <a:extLst>
              <a:ext uri="{FF2B5EF4-FFF2-40B4-BE49-F238E27FC236}">
                <a16:creationId xmlns:a16="http://schemas.microsoft.com/office/drawing/2014/main" id="{99726667-5DE7-A9B4-5AA7-770E0ED48DC6}"/>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4A657735-2043-CCB0-5F53-5A2F05FD223D}"/>
              </a:ext>
              <a:ext uri="{C183D7F6-B498-43B3-948B-1728B52AA6E4}">
                <adec:decorative xmlns:adec="http://schemas.microsoft.com/office/drawing/2017/decorative" val="1"/>
              </a:ext>
            </a:extLst>
          </p:cNvPr>
          <p:cNvGrpSpPr/>
          <p:nvPr userDrawn="1"/>
        </p:nvGrpSpPr>
        <p:grpSpPr>
          <a:xfrm>
            <a:off x="-3954558" y="-3336012"/>
            <a:ext cx="20093353" cy="15515133"/>
            <a:chOff x="-2965919" y="-2502009"/>
            <a:chExt cx="15070015" cy="11636350"/>
          </a:xfrm>
        </p:grpSpPr>
        <p:sp>
          <p:nvSpPr>
            <p:cNvPr id="90" name="Google Shape;90;p17">
              <a:extLst>
                <a:ext uri="{C183D7F6-B498-43B3-948B-1728B52AA6E4}">
                  <adec:decorative xmlns:adec="http://schemas.microsoft.com/office/drawing/2017/decorative" val="1"/>
                </a:ext>
              </a:extLst>
            </p:cNvPr>
            <p:cNvSpPr/>
            <p:nvPr/>
          </p:nvSpPr>
          <p:spPr>
            <a:xfrm>
              <a:off x="578440" y="2538241"/>
              <a:ext cx="7986300" cy="6596100"/>
            </a:xfrm>
            <a:prstGeom prst="ellipse">
              <a:avLst/>
            </a:prstGeom>
            <a:gradFill>
              <a:gsLst>
                <a:gs pos="0">
                  <a:srgbClr val="D59DFF">
                    <a:alpha val="9803"/>
                  </a:srgbClr>
                </a:gs>
                <a:gs pos="79000">
                  <a:srgbClr val="1F9CF0"/>
                </a:gs>
                <a:gs pos="100000">
                  <a:srgbClr val="1F9CF0"/>
                </a:gs>
              </a:gsLst>
              <a:lin ang="5400012" scaled="0"/>
            </a:gradFill>
            <a:ln>
              <a:noFill/>
            </a:ln>
          </p:spPr>
          <p:txBody>
            <a:bodyPr spcFirstLastPara="1" wrap="square" lIns="42900" tIns="21450" rIns="42900" bIns="21450" anchor="ctr" anchorCtr="0">
              <a:noAutofit/>
            </a:bodyPr>
            <a:lstStyle/>
            <a:p>
              <a:pPr lvl="0" algn="ctr"/>
              <a:endParaRPr sz="1100">
                <a:solidFill>
                  <a:srgbClr val="FFFFFF"/>
                </a:solidFill>
                <a:latin typeface="Helvetica" pitchFamily="2" charset="0"/>
                <a:ea typeface="Calibri"/>
                <a:cs typeface="Calibri"/>
                <a:sym typeface="Calibri"/>
              </a:endParaRPr>
            </a:p>
          </p:txBody>
        </p:sp>
        <p:pic>
          <p:nvPicPr>
            <p:cNvPr id="91" name="Google Shape;91;p17">
              <a:extLst>
                <a:ext uri="{C183D7F6-B498-43B3-948B-1728B52AA6E4}">
                  <adec:decorative xmlns:adec="http://schemas.microsoft.com/office/drawing/2017/decorative" val="1"/>
                </a:ext>
              </a:extLst>
            </p:cNvPr>
            <p:cNvPicPr preferRelativeResize="0"/>
            <p:nvPr/>
          </p:nvPicPr>
          <p:blipFill rotWithShape="1">
            <a:blip r:embed="rId2">
              <a:alphaModFix/>
            </a:blip>
            <a:srcRect/>
            <a:stretch/>
          </p:blipFill>
          <p:spPr>
            <a:xfrm>
              <a:off x="1683473" y="1613647"/>
              <a:ext cx="5768748" cy="3152352"/>
            </a:xfrm>
            <a:prstGeom prst="rect">
              <a:avLst/>
            </a:prstGeom>
            <a:noFill/>
            <a:ln>
              <a:noFill/>
            </a:ln>
            <a:effectLst>
              <a:outerShdw blurRad="1270000" sx="90000" sy="-19000" rotWithShape="0">
                <a:srgbClr val="000000">
                  <a:alpha val="40000"/>
                </a:srgbClr>
              </a:outerShdw>
            </a:effectLst>
          </p:spPr>
        </p:pic>
        <p:sp>
          <p:nvSpPr>
            <p:cNvPr id="92" name="Google Shape;92;p17">
              <a:extLst>
                <a:ext uri="{C183D7F6-B498-43B3-948B-1728B52AA6E4}">
                  <adec:decorative xmlns:adec="http://schemas.microsoft.com/office/drawing/2017/decorative" val="1"/>
                </a:ext>
              </a:extLst>
            </p:cNvPr>
            <p:cNvSpPr/>
            <p:nvPr/>
          </p:nvSpPr>
          <p:spPr>
            <a:xfrm>
              <a:off x="724096" y="1898061"/>
              <a:ext cx="1595100" cy="837600"/>
            </a:xfrm>
            <a:prstGeom prst="wedgeRectCallout">
              <a:avLst>
                <a:gd name="adj1" fmla="val 72666"/>
                <a:gd name="adj2" fmla="val 36106"/>
              </a:avLst>
            </a:prstGeom>
            <a:gradFill>
              <a:gsLst>
                <a:gs pos="0">
                  <a:srgbClr val="1F9CF0"/>
                </a:gs>
                <a:gs pos="2000">
                  <a:srgbClr val="1F9CF0"/>
                </a:gs>
                <a:gs pos="100000">
                  <a:srgbClr val="9477E2">
                    <a:alpha val="20000"/>
                  </a:srgbClr>
                </a:gs>
              </a:gsLst>
              <a:lin ang="2700006" scaled="0"/>
            </a:gradFill>
            <a:ln>
              <a:noFill/>
            </a:ln>
            <a:effectLst>
              <a:outerShdw blurRad="1270000" dist="1384300" dir="2700000" sx="75000" sy="75000" algn="tl" rotWithShape="0">
                <a:srgbClr val="000000">
                  <a:alpha val="40000"/>
                </a:srgbClr>
              </a:outerShdw>
            </a:effectLst>
          </p:spPr>
          <p:txBody>
            <a:bodyPr spcFirstLastPara="1" wrap="square" lIns="42900" tIns="21450" rIns="42900" bIns="21450" anchor="ctr" anchorCtr="0">
              <a:noAutofit/>
            </a:bodyPr>
            <a:lstStyle/>
            <a:p>
              <a:pPr lvl="0" algn="ctr"/>
              <a:endParaRPr sz="1400">
                <a:solidFill>
                  <a:srgbClr val="FFFFFF"/>
                </a:solidFill>
                <a:latin typeface="Helvetica" pitchFamily="2" charset="0"/>
                <a:ea typeface="Calibri"/>
                <a:cs typeface="Calibri"/>
                <a:sym typeface="Calibri"/>
              </a:endParaRPr>
            </a:p>
          </p:txBody>
        </p:sp>
        <p:sp>
          <p:nvSpPr>
            <p:cNvPr id="93" name="Google Shape;93;p17">
              <a:extLst>
                <a:ext uri="{C183D7F6-B498-43B3-948B-1728B52AA6E4}">
                  <adec:decorative xmlns:adec="http://schemas.microsoft.com/office/drawing/2017/decorative" val="1"/>
                </a:ext>
              </a:extLst>
            </p:cNvPr>
            <p:cNvSpPr/>
            <p:nvPr/>
          </p:nvSpPr>
          <p:spPr>
            <a:xfrm>
              <a:off x="724096" y="3129893"/>
              <a:ext cx="1595100" cy="794700"/>
            </a:xfrm>
            <a:prstGeom prst="wedgeRectCallout">
              <a:avLst>
                <a:gd name="adj1" fmla="val 74259"/>
                <a:gd name="adj2" fmla="val -62681"/>
              </a:avLst>
            </a:prstGeom>
            <a:gradFill>
              <a:gsLst>
                <a:gs pos="0">
                  <a:srgbClr val="1F9CF0"/>
                </a:gs>
                <a:gs pos="100000">
                  <a:srgbClr val="9477E2">
                    <a:alpha val="20000"/>
                  </a:srgbClr>
                </a:gs>
              </a:gsLst>
              <a:lin ang="2700006" scaled="0"/>
            </a:gradFill>
            <a:ln>
              <a:noFill/>
            </a:ln>
            <a:effectLst>
              <a:outerShdw blurRad="1270000" dist="685800" dir="18900000" sx="85000" sy="85000" algn="bl" rotWithShape="0">
                <a:srgbClr val="000000">
                  <a:alpha val="40000"/>
                </a:srgbClr>
              </a:outerShdw>
            </a:effectLst>
          </p:spPr>
          <p:txBody>
            <a:bodyPr spcFirstLastPara="1" wrap="square" lIns="42900" tIns="21450" rIns="42900" bIns="21450" anchor="ctr" anchorCtr="0">
              <a:noAutofit/>
            </a:bodyPr>
            <a:lstStyle/>
            <a:p>
              <a:pPr lvl="0" algn="ctr"/>
              <a:endParaRPr sz="1400">
                <a:solidFill>
                  <a:srgbClr val="FFFFFF"/>
                </a:solidFill>
                <a:latin typeface="Helvetica" pitchFamily="2" charset="0"/>
                <a:ea typeface="Calibri"/>
                <a:cs typeface="Calibri"/>
                <a:sym typeface="Calibri"/>
              </a:endParaRPr>
            </a:p>
          </p:txBody>
        </p:sp>
        <p:sp>
          <p:nvSpPr>
            <p:cNvPr id="94" name="Google Shape;94;p17">
              <a:extLst>
                <a:ext uri="{C183D7F6-B498-43B3-948B-1728B52AA6E4}">
                  <adec:decorative xmlns:adec="http://schemas.microsoft.com/office/drawing/2017/decorative" val="1"/>
                </a:ext>
              </a:extLst>
            </p:cNvPr>
            <p:cNvSpPr/>
            <p:nvPr/>
          </p:nvSpPr>
          <p:spPr>
            <a:xfrm>
              <a:off x="6824868" y="1898061"/>
              <a:ext cx="1595100" cy="837600"/>
            </a:xfrm>
            <a:prstGeom prst="wedgeRectCallout">
              <a:avLst>
                <a:gd name="adj1" fmla="val -82756"/>
                <a:gd name="adj2" fmla="val -6358"/>
              </a:avLst>
            </a:prstGeom>
            <a:gradFill>
              <a:gsLst>
                <a:gs pos="0">
                  <a:srgbClr val="9477E2">
                    <a:alpha val="20000"/>
                  </a:srgbClr>
                </a:gs>
                <a:gs pos="100000">
                  <a:srgbClr val="9477E2"/>
                </a:gs>
              </a:gsLst>
              <a:lin ang="0" scaled="0"/>
            </a:gradFill>
            <a:ln>
              <a:noFill/>
            </a:ln>
            <a:effectLst>
              <a:outerShdw blurRad="1270000" dist="1016000" dir="8100000" sx="86000" sy="86000" algn="tr" rotWithShape="0">
                <a:srgbClr val="000000">
                  <a:alpha val="40000"/>
                </a:srgbClr>
              </a:outerShdw>
            </a:effectLst>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100" kern="0" spc="0" normalizeH="0" baseline="0">
                <a:ln>
                  <a:noFill/>
                </a:ln>
                <a:solidFill>
                  <a:srgbClr val="FFFFFF"/>
                </a:solidFill>
                <a:effectLst/>
                <a:uLnTx/>
                <a:uFillTx/>
                <a:latin typeface="Helvetica" pitchFamily="2" charset="0"/>
                <a:ea typeface="Calibri"/>
                <a:cs typeface="Calibri"/>
                <a:sym typeface="Calibri"/>
              </a:endParaRPr>
            </a:p>
          </p:txBody>
        </p:sp>
        <p:cxnSp>
          <p:nvCxnSpPr>
            <p:cNvPr id="95" name="Google Shape;95;p17">
              <a:extLst>
                <a:ext uri="{C183D7F6-B498-43B3-948B-1728B52AA6E4}">
                  <adec:decorative xmlns:adec="http://schemas.microsoft.com/office/drawing/2017/decorative" val="1"/>
                </a:ext>
              </a:extLst>
            </p:cNvPr>
            <p:cNvCxnSpPr/>
            <p:nvPr/>
          </p:nvCxnSpPr>
          <p:spPr>
            <a:xfrm>
              <a:off x="3536833" y="613302"/>
              <a:ext cx="2070300" cy="0"/>
            </a:xfrm>
            <a:prstGeom prst="straightConnector1">
              <a:avLst/>
            </a:prstGeom>
            <a:noFill/>
            <a:ln w="12700" cap="flat" cmpd="sng">
              <a:solidFill>
                <a:srgbClr val="627597"/>
              </a:solidFill>
              <a:prstDash val="solid"/>
              <a:miter lim="800000"/>
              <a:headEnd type="none" w="sm" len="sm"/>
              <a:tailEnd type="none" w="sm" len="sm"/>
            </a:ln>
          </p:spPr>
        </p:cxnSp>
        <p:sp>
          <p:nvSpPr>
            <p:cNvPr id="96" name="Google Shape;96;p17">
              <a:extLst>
                <a:ext uri="{C183D7F6-B498-43B3-948B-1728B52AA6E4}">
                  <adec:decorative xmlns:adec="http://schemas.microsoft.com/office/drawing/2017/decorative" val="1"/>
                </a:ext>
              </a:extLst>
            </p:cNvPr>
            <p:cNvSpPr/>
            <p:nvPr/>
          </p:nvSpPr>
          <p:spPr>
            <a:xfrm>
              <a:off x="6824140" y="3129892"/>
              <a:ext cx="1595100" cy="794700"/>
            </a:xfrm>
            <a:prstGeom prst="wedgeRectCallout">
              <a:avLst>
                <a:gd name="adj1" fmla="val -85826"/>
                <a:gd name="adj2" fmla="val -7867"/>
              </a:avLst>
            </a:prstGeom>
            <a:gradFill>
              <a:gsLst>
                <a:gs pos="0">
                  <a:srgbClr val="1F9CF0"/>
                </a:gs>
                <a:gs pos="2000">
                  <a:srgbClr val="1F9CF0"/>
                </a:gs>
                <a:gs pos="100000">
                  <a:srgbClr val="9477E2">
                    <a:alpha val="20000"/>
                  </a:srgbClr>
                </a:gs>
              </a:gsLst>
              <a:lin ang="2700006" scaled="0"/>
            </a:gradFill>
            <a:ln>
              <a:noFill/>
            </a:ln>
            <a:effectLst>
              <a:outerShdw blurRad="1270000" dist="1384300" dir="2700000" sx="75000" sy="75000" algn="tl" rotWithShape="0">
                <a:srgbClr val="000000">
                  <a:alpha val="40000"/>
                </a:srgbClr>
              </a:outerShdw>
            </a:effectLst>
          </p:spPr>
          <p:txBody>
            <a:bodyPr spcFirstLastPara="1" wrap="square" lIns="42900" tIns="21450" rIns="42900" bIns="21450" anchor="ctr" anchorCtr="0">
              <a:noAutofit/>
            </a:bodyPr>
            <a:lstStyle/>
            <a:p>
              <a:pPr lvl="0" algn="ctr"/>
              <a:endParaRPr sz="1400">
                <a:solidFill>
                  <a:srgbClr val="FFFFFF"/>
                </a:solidFill>
                <a:latin typeface="Helvetica" pitchFamily="2" charset="0"/>
                <a:ea typeface="Calibri"/>
                <a:cs typeface="Calibri"/>
                <a:sym typeface="Calibri"/>
              </a:endParaRPr>
            </a:p>
          </p:txBody>
        </p:sp>
        <p:pic>
          <p:nvPicPr>
            <p:cNvPr id="97" name="Google Shape;97;p17">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2965919" y="-2502009"/>
              <a:ext cx="3762369" cy="3762369"/>
            </a:xfrm>
            <a:prstGeom prst="rect">
              <a:avLst/>
            </a:prstGeom>
            <a:noFill/>
            <a:ln>
              <a:noFill/>
            </a:ln>
          </p:spPr>
        </p:pic>
        <p:pic>
          <p:nvPicPr>
            <p:cNvPr id="98" name="Google Shape;98;p17">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8341727" y="-2498835"/>
              <a:ext cx="3762369" cy="3762369"/>
            </a:xfrm>
            <a:prstGeom prst="rect">
              <a:avLst/>
            </a:prstGeom>
            <a:noFill/>
            <a:ln>
              <a:noFill/>
            </a:ln>
          </p:spPr>
        </p:pic>
      </p:grpSp>
      <p:sp>
        <p:nvSpPr>
          <p:cNvPr id="101" name="Google Shape;101;p17"/>
          <p:cNvSpPr txBox="1">
            <a:spLocks noGrp="1"/>
          </p:cNvSpPr>
          <p:nvPr>
            <p:ph type="title"/>
          </p:nvPr>
        </p:nvSpPr>
        <p:spPr>
          <a:xfrm>
            <a:off x="1292352" y="1121664"/>
            <a:ext cx="9595200" cy="560800"/>
          </a:xfrm>
          <a:prstGeom prst="rect">
            <a:avLst/>
          </a:prstGeom>
        </p:spPr>
        <p:txBody>
          <a:bodyPr spcFirstLastPara="1" wrap="square" lIns="45700" tIns="18275" rIns="45700" bIns="18275" anchor="t" anchorCtr="0">
            <a:noAutofit/>
          </a:bodyPr>
          <a:lstStyle>
            <a:lvl1pPr lvl="0" algn="ctr" rtl="0">
              <a:spcBef>
                <a:spcPts val="0"/>
              </a:spcBef>
              <a:spcAft>
                <a:spcPts val="0"/>
              </a:spcAft>
              <a:buSzPts val="3400"/>
              <a:buNone/>
              <a:defRPr sz="4800"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00" name="Google Shape;100;p17"/>
          <p:cNvSpPr txBox="1">
            <a:spLocks noGrp="1"/>
          </p:cNvSpPr>
          <p:nvPr>
            <p:ph type="subTitle" idx="1"/>
          </p:nvPr>
        </p:nvSpPr>
        <p:spPr>
          <a:xfrm>
            <a:off x="4084320" y="573024"/>
            <a:ext cx="4035600" cy="207200"/>
          </a:xfrm>
          <a:prstGeom prst="rect">
            <a:avLst/>
          </a:prstGeom>
        </p:spPr>
        <p:txBody>
          <a:bodyPr spcFirstLastPara="1" wrap="square" lIns="45700" tIns="18275" rIns="45700" bIns="18275" anchor="t" anchorCtr="0">
            <a:noAutofit/>
          </a:bodyPr>
          <a:lstStyle>
            <a:lvl1pPr marL="0" lvl="0" algn="ctr" rtl="0">
              <a:spcBef>
                <a:spcPts val="0"/>
              </a:spcBef>
              <a:spcAft>
                <a:spcPts val="0"/>
              </a:spcAft>
              <a:buSzPts val="800"/>
              <a:buNone/>
              <a:defRPr sz="1100" b="0" i="0">
                <a:latin typeface="Helvetica" pitchFamily="2" charset="0"/>
              </a:defRPr>
            </a:lvl1pPr>
            <a:lvl2pPr lvl="1" rtl="0">
              <a:spcBef>
                <a:spcPts val="0"/>
              </a:spcBef>
              <a:spcAft>
                <a:spcPts val="0"/>
              </a:spcAft>
              <a:buSzPts val="1000"/>
              <a:buNone/>
              <a:defRPr/>
            </a:lvl2pPr>
            <a:lvl3pPr lvl="2" rtl="0">
              <a:spcBef>
                <a:spcPts val="0"/>
              </a:spcBef>
              <a:spcAft>
                <a:spcPts val="0"/>
              </a:spcAft>
              <a:buSzPts val="1000"/>
              <a:buNone/>
              <a:defRPr/>
            </a:lvl3pPr>
            <a:lvl4pPr lvl="3" rtl="0">
              <a:spcBef>
                <a:spcPts val="0"/>
              </a:spcBef>
              <a:spcAft>
                <a:spcPts val="0"/>
              </a:spcAft>
              <a:buSzPts val="1000"/>
              <a:buNone/>
              <a:defRPr/>
            </a:lvl4pPr>
            <a:lvl5pPr lvl="4" rtl="0">
              <a:spcBef>
                <a:spcPts val="0"/>
              </a:spcBef>
              <a:spcAft>
                <a:spcPts val="0"/>
              </a:spcAft>
              <a:buSzPts val="1000"/>
              <a:buNone/>
              <a:defRPr/>
            </a:lvl5pPr>
            <a:lvl6pPr lvl="5" rtl="0">
              <a:spcBef>
                <a:spcPts val="0"/>
              </a:spcBef>
              <a:spcAft>
                <a:spcPts val="0"/>
              </a:spcAft>
              <a:buSzPts val="1000"/>
              <a:buNone/>
              <a:defRPr/>
            </a:lvl6pPr>
            <a:lvl7pPr lvl="6" rtl="0">
              <a:spcBef>
                <a:spcPts val="0"/>
              </a:spcBef>
              <a:spcAft>
                <a:spcPts val="0"/>
              </a:spcAft>
              <a:buSzPts val="1000"/>
              <a:buNone/>
              <a:defRPr/>
            </a:lvl7pPr>
            <a:lvl8pPr lvl="7" rtl="0">
              <a:spcBef>
                <a:spcPts val="0"/>
              </a:spcBef>
              <a:spcAft>
                <a:spcPts val="0"/>
              </a:spcAft>
              <a:buSzPts val="1000"/>
              <a:buNone/>
              <a:defRPr/>
            </a:lvl8pPr>
            <a:lvl9pPr lvl="8" rtl="0">
              <a:spcBef>
                <a:spcPts val="0"/>
              </a:spcBef>
              <a:spcAft>
                <a:spcPts val="0"/>
              </a:spcAft>
              <a:buSzPts val="1000"/>
              <a:buNone/>
              <a:defRPr/>
            </a:lvl9pPr>
          </a:lstStyle>
          <a:p>
            <a:endParaRPr/>
          </a:p>
        </p:txBody>
      </p:sp>
      <p:sp>
        <p:nvSpPr>
          <p:cNvPr id="99" name="Google Shape;99;p17"/>
          <p:cNvSpPr>
            <a:spLocks noGrp="1"/>
          </p:cNvSpPr>
          <p:nvPr>
            <p:ph type="pic" idx="2"/>
          </p:nvPr>
        </p:nvSpPr>
        <p:spPr>
          <a:xfrm>
            <a:off x="3330400" y="2429889"/>
            <a:ext cx="5543376" cy="3459827"/>
          </a:xfrm>
          <a:prstGeom prst="rect">
            <a:avLst/>
          </a:prstGeom>
          <a:noFill/>
          <a:ln>
            <a:noFill/>
          </a:ln>
        </p:spPr>
        <p:txBody>
          <a:bodyPr anchor="ctr"/>
          <a:lstStyle>
            <a:lvl1pPr marL="0" indent="0" algn="ctr">
              <a:buNone/>
              <a:defRPr sz="1100" b="0" i="0">
                <a:solidFill>
                  <a:schemeClr val="tx1"/>
                </a:solidFill>
                <a:latin typeface="Helvetica" pitchFamily="2" charset="0"/>
              </a:defRPr>
            </a:lvl1pPr>
          </a:lstStyle>
          <a:p>
            <a:endParaRPr lang="en-US"/>
          </a:p>
        </p:txBody>
      </p:sp>
      <p:sp>
        <p:nvSpPr>
          <p:cNvPr id="102" name="Google Shape;102;p17"/>
          <p:cNvSpPr txBox="1">
            <a:spLocks noGrp="1"/>
          </p:cNvSpPr>
          <p:nvPr>
            <p:ph type="body" idx="3"/>
          </p:nvPr>
        </p:nvSpPr>
        <p:spPr>
          <a:xfrm>
            <a:off x="1219200" y="2677281"/>
            <a:ext cx="1633600" cy="231600"/>
          </a:xfrm>
          <a:prstGeom prst="rect">
            <a:avLst/>
          </a:prstGeom>
        </p:spPr>
        <p:txBody>
          <a:bodyPr spcFirstLastPara="1" wrap="square" lIns="45700" tIns="18275" rIns="45700" bIns="18275" anchor="t" anchorCtr="0">
            <a:noAutofit/>
          </a:bodyPr>
          <a:lstStyle>
            <a:lvl1pPr marL="0" lvl="0" indent="0" algn="ctr">
              <a:lnSpc>
                <a:spcPct val="100000"/>
              </a:lnSpc>
              <a:spcBef>
                <a:spcPts val="0"/>
              </a:spcBef>
              <a:spcAft>
                <a:spcPts val="0"/>
              </a:spcAft>
              <a:buSzPts val="900"/>
              <a:buNone/>
              <a:defRPr sz="1400" b="1" i="0">
                <a:solidFill>
                  <a:schemeClr val="bg1"/>
                </a:solidFill>
                <a:latin typeface="Helvetica" pitchFamily="2" charset="0"/>
              </a:defRPr>
            </a:lvl1pPr>
            <a:lvl2pPr marL="1219170" lvl="1" indent="-380990" algn="ctr">
              <a:lnSpc>
                <a:spcPct val="100000"/>
              </a:lnSpc>
              <a:spcBef>
                <a:spcPts val="0"/>
              </a:spcBef>
              <a:spcAft>
                <a:spcPts val="0"/>
              </a:spcAft>
              <a:buSzPts val="900"/>
              <a:buChar char="○"/>
              <a:defRPr sz="1200"/>
            </a:lvl2pPr>
            <a:lvl3pPr marL="1828754" lvl="2" indent="-380990" algn="ctr">
              <a:lnSpc>
                <a:spcPct val="100000"/>
              </a:lnSpc>
              <a:spcBef>
                <a:spcPts val="0"/>
              </a:spcBef>
              <a:spcAft>
                <a:spcPts val="0"/>
              </a:spcAft>
              <a:buSzPts val="900"/>
              <a:buChar char="■"/>
              <a:defRPr sz="1200"/>
            </a:lvl3pPr>
            <a:lvl4pPr marL="2438339" lvl="3" indent="-380990" algn="ctr">
              <a:lnSpc>
                <a:spcPct val="100000"/>
              </a:lnSpc>
              <a:spcBef>
                <a:spcPts val="0"/>
              </a:spcBef>
              <a:spcAft>
                <a:spcPts val="0"/>
              </a:spcAft>
              <a:buSzPts val="900"/>
              <a:buChar char="●"/>
              <a:defRPr sz="1200"/>
            </a:lvl4pPr>
            <a:lvl5pPr marL="3047924" lvl="4" indent="-380990" algn="ctr">
              <a:lnSpc>
                <a:spcPct val="100000"/>
              </a:lnSpc>
              <a:spcBef>
                <a:spcPts val="0"/>
              </a:spcBef>
              <a:spcAft>
                <a:spcPts val="0"/>
              </a:spcAft>
              <a:buSzPts val="900"/>
              <a:buChar char="○"/>
              <a:defRPr sz="1200"/>
            </a:lvl5pPr>
            <a:lvl6pPr marL="3657509" lvl="5" indent="-380990" algn="ctr">
              <a:lnSpc>
                <a:spcPct val="100000"/>
              </a:lnSpc>
              <a:spcBef>
                <a:spcPts val="0"/>
              </a:spcBef>
              <a:spcAft>
                <a:spcPts val="0"/>
              </a:spcAft>
              <a:buSzPts val="900"/>
              <a:buChar char="■"/>
              <a:defRPr sz="1200"/>
            </a:lvl6pPr>
            <a:lvl7pPr marL="4267093" lvl="6" indent="-380990" algn="ctr">
              <a:lnSpc>
                <a:spcPct val="100000"/>
              </a:lnSpc>
              <a:spcBef>
                <a:spcPts val="0"/>
              </a:spcBef>
              <a:spcAft>
                <a:spcPts val="0"/>
              </a:spcAft>
              <a:buSzPts val="900"/>
              <a:buChar char="●"/>
              <a:defRPr sz="1200"/>
            </a:lvl7pPr>
            <a:lvl8pPr marL="4876678" lvl="7" indent="-380990" algn="ctr">
              <a:lnSpc>
                <a:spcPct val="100000"/>
              </a:lnSpc>
              <a:spcBef>
                <a:spcPts val="0"/>
              </a:spcBef>
              <a:spcAft>
                <a:spcPts val="0"/>
              </a:spcAft>
              <a:buSzPts val="900"/>
              <a:buChar char="○"/>
              <a:defRPr sz="1200"/>
            </a:lvl8pPr>
            <a:lvl9pPr marL="5486263" lvl="8" indent="-380990" algn="ctr">
              <a:lnSpc>
                <a:spcPct val="100000"/>
              </a:lnSpc>
              <a:spcBef>
                <a:spcPts val="0"/>
              </a:spcBef>
              <a:spcAft>
                <a:spcPts val="0"/>
              </a:spcAft>
              <a:buSzPts val="900"/>
              <a:buChar char="■"/>
              <a:defRPr sz="1200"/>
            </a:lvl9pPr>
          </a:lstStyle>
          <a:p>
            <a:endParaRPr/>
          </a:p>
        </p:txBody>
      </p:sp>
      <p:sp>
        <p:nvSpPr>
          <p:cNvPr id="106" name="Google Shape;106;p17"/>
          <p:cNvSpPr txBox="1">
            <a:spLocks noGrp="1"/>
          </p:cNvSpPr>
          <p:nvPr>
            <p:ph type="body" idx="7"/>
          </p:nvPr>
        </p:nvSpPr>
        <p:spPr>
          <a:xfrm>
            <a:off x="963168" y="2957697"/>
            <a:ext cx="2121600" cy="414400"/>
          </a:xfrm>
          <a:prstGeom prst="rect">
            <a:avLst/>
          </a:prstGeom>
        </p:spPr>
        <p:txBody>
          <a:bodyPr spcFirstLastPara="1" wrap="square" lIns="82275" tIns="18275" rIns="82275" bIns="18275" anchor="t" anchorCtr="0">
            <a:noAutofit/>
          </a:bodyPr>
          <a:lstStyle>
            <a:lvl1pPr marL="0" lvl="0" indent="0" algn="ctr">
              <a:spcBef>
                <a:spcPts val="0"/>
              </a:spcBef>
              <a:spcAft>
                <a:spcPts val="0"/>
              </a:spcAft>
              <a:buSzPts val="800"/>
              <a:buNone/>
              <a:defRPr sz="1100" b="0" i="0">
                <a:latin typeface="Helvetica" pitchFamily="2" charset="0"/>
              </a:defRPr>
            </a:lvl1pPr>
            <a:lvl2pPr marL="1219170" lvl="1" indent="-372524" algn="ctr">
              <a:spcBef>
                <a:spcPts val="0"/>
              </a:spcBef>
              <a:spcAft>
                <a:spcPts val="0"/>
              </a:spcAft>
              <a:buSzPts val="800"/>
              <a:buChar char="○"/>
              <a:defRPr sz="1067"/>
            </a:lvl2pPr>
            <a:lvl3pPr marL="1828754" lvl="2" indent="-372524" algn="ctr">
              <a:spcBef>
                <a:spcPts val="0"/>
              </a:spcBef>
              <a:spcAft>
                <a:spcPts val="0"/>
              </a:spcAft>
              <a:buSzPts val="800"/>
              <a:buChar char="■"/>
              <a:defRPr sz="1067"/>
            </a:lvl3pPr>
            <a:lvl4pPr marL="2438339" lvl="3" indent="-372524" algn="ctr">
              <a:spcBef>
                <a:spcPts val="0"/>
              </a:spcBef>
              <a:spcAft>
                <a:spcPts val="0"/>
              </a:spcAft>
              <a:buSzPts val="800"/>
              <a:buChar char="●"/>
              <a:defRPr sz="1067"/>
            </a:lvl4pPr>
            <a:lvl5pPr marL="3047924" lvl="4" indent="-372524" algn="ctr">
              <a:spcBef>
                <a:spcPts val="0"/>
              </a:spcBef>
              <a:spcAft>
                <a:spcPts val="0"/>
              </a:spcAft>
              <a:buSzPts val="800"/>
              <a:buChar char="○"/>
              <a:defRPr sz="1067"/>
            </a:lvl5pPr>
            <a:lvl6pPr marL="3657509" lvl="5" indent="-372524" algn="ctr">
              <a:spcBef>
                <a:spcPts val="0"/>
              </a:spcBef>
              <a:spcAft>
                <a:spcPts val="0"/>
              </a:spcAft>
              <a:buSzPts val="800"/>
              <a:buChar char="■"/>
              <a:defRPr sz="1067"/>
            </a:lvl6pPr>
            <a:lvl7pPr marL="4267093" lvl="6" indent="-372524" algn="ctr">
              <a:spcBef>
                <a:spcPts val="0"/>
              </a:spcBef>
              <a:spcAft>
                <a:spcPts val="0"/>
              </a:spcAft>
              <a:buSzPts val="800"/>
              <a:buChar char="●"/>
              <a:defRPr sz="1067"/>
            </a:lvl7pPr>
            <a:lvl8pPr marL="4876678" lvl="7" indent="-372524" algn="ctr">
              <a:spcBef>
                <a:spcPts val="0"/>
              </a:spcBef>
              <a:spcAft>
                <a:spcPts val="0"/>
              </a:spcAft>
              <a:buSzPts val="800"/>
              <a:buChar char="○"/>
              <a:defRPr sz="1067"/>
            </a:lvl8pPr>
            <a:lvl9pPr marL="5486263" lvl="8" indent="-372524" algn="ctr">
              <a:spcBef>
                <a:spcPts val="0"/>
              </a:spcBef>
              <a:spcAft>
                <a:spcPts val="0"/>
              </a:spcAft>
              <a:buSzPts val="800"/>
              <a:buChar char="■"/>
              <a:defRPr sz="1067"/>
            </a:lvl9pPr>
          </a:lstStyle>
          <a:p>
            <a:endParaRPr/>
          </a:p>
        </p:txBody>
      </p:sp>
      <p:sp>
        <p:nvSpPr>
          <p:cNvPr id="103" name="Google Shape;103;p17"/>
          <p:cNvSpPr txBox="1">
            <a:spLocks noGrp="1"/>
          </p:cNvSpPr>
          <p:nvPr>
            <p:ph type="body" idx="4"/>
          </p:nvPr>
        </p:nvSpPr>
        <p:spPr>
          <a:xfrm>
            <a:off x="1219200" y="4298817"/>
            <a:ext cx="1633600" cy="231600"/>
          </a:xfrm>
          <a:prstGeom prst="rect">
            <a:avLst/>
          </a:prstGeom>
        </p:spPr>
        <p:txBody>
          <a:bodyPr spcFirstLastPara="1" wrap="square" lIns="45700" tIns="18275" rIns="45700" bIns="18275" anchor="t" anchorCtr="0">
            <a:noAutofit/>
          </a:bodyPr>
          <a:lstStyle>
            <a:lvl1pPr marL="0" lvl="0" indent="0" algn="ctr" rtl="0">
              <a:lnSpc>
                <a:spcPct val="100000"/>
              </a:lnSpc>
              <a:spcBef>
                <a:spcPts val="0"/>
              </a:spcBef>
              <a:spcAft>
                <a:spcPts val="0"/>
              </a:spcAft>
              <a:buSzPts val="900"/>
              <a:buNone/>
              <a:defRPr sz="1400" b="1" i="0">
                <a:solidFill>
                  <a:schemeClr val="bg1"/>
                </a:solidFill>
                <a:latin typeface="Helvetica" pitchFamily="2" charset="0"/>
              </a:defRPr>
            </a:lvl1pPr>
            <a:lvl2pPr marL="1219170" lvl="1" indent="-380990" algn="ctr" rtl="0">
              <a:lnSpc>
                <a:spcPct val="100000"/>
              </a:lnSpc>
              <a:spcBef>
                <a:spcPts val="0"/>
              </a:spcBef>
              <a:spcAft>
                <a:spcPts val="0"/>
              </a:spcAft>
              <a:buSzPts val="900"/>
              <a:buChar char="○"/>
              <a:defRPr sz="1200"/>
            </a:lvl2pPr>
            <a:lvl3pPr marL="1828754" lvl="2" indent="-380990" algn="ctr" rtl="0">
              <a:lnSpc>
                <a:spcPct val="100000"/>
              </a:lnSpc>
              <a:spcBef>
                <a:spcPts val="0"/>
              </a:spcBef>
              <a:spcAft>
                <a:spcPts val="0"/>
              </a:spcAft>
              <a:buSzPts val="900"/>
              <a:buChar char="■"/>
              <a:defRPr sz="1200"/>
            </a:lvl3pPr>
            <a:lvl4pPr marL="2438339" lvl="3" indent="-380990" algn="ctr" rtl="0">
              <a:lnSpc>
                <a:spcPct val="100000"/>
              </a:lnSpc>
              <a:spcBef>
                <a:spcPts val="0"/>
              </a:spcBef>
              <a:spcAft>
                <a:spcPts val="0"/>
              </a:spcAft>
              <a:buSzPts val="900"/>
              <a:buChar char="●"/>
              <a:defRPr sz="1200"/>
            </a:lvl4pPr>
            <a:lvl5pPr marL="3047924" lvl="4" indent="-380990" algn="ctr" rtl="0">
              <a:lnSpc>
                <a:spcPct val="100000"/>
              </a:lnSpc>
              <a:spcBef>
                <a:spcPts val="0"/>
              </a:spcBef>
              <a:spcAft>
                <a:spcPts val="0"/>
              </a:spcAft>
              <a:buSzPts val="900"/>
              <a:buChar char="○"/>
              <a:defRPr sz="1200"/>
            </a:lvl5pPr>
            <a:lvl6pPr marL="3657509" lvl="5" indent="-380990" algn="ctr" rtl="0">
              <a:lnSpc>
                <a:spcPct val="100000"/>
              </a:lnSpc>
              <a:spcBef>
                <a:spcPts val="0"/>
              </a:spcBef>
              <a:spcAft>
                <a:spcPts val="0"/>
              </a:spcAft>
              <a:buSzPts val="900"/>
              <a:buChar char="■"/>
              <a:defRPr sz="1200"/>
            </a:lvl6pPr>
            <a:lvl7pPr marL="4267093" lvl="6" indent="-380990" algn="ctr" rtl="0">
              <a:lnSpc>
                <a:spcPct val="100000"/>
              </a:lnSpc>
              <a:spcBef>
                <a:spcPts val="0"/>
              </a:spcBef>
              <a:spcAft>
                <a:spcPts val="0"/>
              </a:spcAft>
              <a:buSzPts val="900"/>
              <a:buChar char="●"/>
              <a:defRPr sz="1200"/>
            </a:lvl7pPr>
            <a:lvl8pPr marL="4876678" lvl="7" indent="-380990" algn="ctr" rtl="0">
              <a:lnSpc>
                <a:spcPct val="100000"/>
              </a:lnSpc>
              <a:spcBef>
                <a:spcPts val="0"/>
              </a:spcBef>
              <a:spcAft>
                <a:spcPts val="0"/>
              </a:spcAft>
              <a:buSzPts val="900"/>
              <a:buChar char="○"/>
              <a:defRPr sz="1200"/>
            </a:lvl8pPr>
            <a:lvl9pPr marL="5486263" lvl="8" indent="-380990" algn="ctr" rtl="0">
              <a:lnSpc>
                <a:spcPct val="100000"/>
              </a:lnSpc>
              <a:spcBef>
                <a:spcPts val="0"/>
              </a:spcBef>
              <a:spcAft>
                <a:spcPts val="0"/>
              </a:spcAft>
              <a:buSzPts val="900"/>
              <a:buChar char="■"/>
              <a:defRPr sz="1200"/>
            </a:lvl9pPr>
          </a:lstStyle>
          <a:p>
            <a:endParaRPr/>
          </a:p>
        </p:txBody>
      </p:sp>
      <p:sp>
        <p:nvSpPr>
          <p:cNvPr id="107" name="Google Shape;107;p17"/>
          <p:cNvSpPr txBox="1">
            <a:spLocks noGrp="1"/>
          </p:cNvSpPr>
          <p:nvPr>
            <p:ph type="body" idx="8"/>
          </p:nvPr>
        </p:nvSpPr>
        <p:spPr>
          <a:xfrm>
            <a:off x="963168" y="4579233"/>
            <a:ext cx="2121600" cy="414400"/>
          </a:xfrm>
          <a:prstGeom prst="rect">
            <a:avLst/>
          </a:prstGeom>
        </p:spPr>
        <p:txBody>
          <a:bodyPr spcFirstLastPara="1" wrap="square" lIns="82275" tIns="18275" rIns="82275" bIns="18275" anchor="t" anchorCtr="0">
            <a:noAutofit/>
          </a:bodyPr>
          <a:lstStyle>
            <a:lvl1pPr marL="0" lvl="0" indent="0" algn="ctr" rtl="0">
              <a:spcBef>
                <a:spcPts val="0"/>
              </a:spcBef>
              <a:spcAft>
                <a:spcPts val="0"/>
              </a:spcAft>
              <a:buSzPts val="800"/>
              <a:buNone/>
              <a:defRPr sz="1100" b="0" i="0">
                <a:latin typeface="Helvetica" pitchFamily="2" charset="0"/>
              </a:defRPr>
            </a:lvl1pPr>
            <a:lvl2pPr marL="1219170" lvl="1" indent="-372524" algn="ctr" rtl="0">
              <a:spcBef>
                <a:spcPts val="0"/>
              </a:spcBef>
              <a:spcAft>
                <a:spcPts val="0"/>
              </a:spcAft>
              <a:buSzPts val="800"/>
              <a:buChar char="○"/>
              <a:defRPr sz="1067"/>
            </a:lvl2pPr>
            <a:lvl3pPr marL="1828754" lvl="2" indent="-372524" algn="ctr" rtl="0">
              <a:spcBef>
                <a:spcPts val="0"/>
              </a:spcBef>
              <a:spcAft>
                <a:spcPts val="0"/>
              </a:spcAft>
              <a:buSzPts val="800"/>
              <a:buChar char="■"/>
              <a:defRPr sz="1067"/>
            </a:lvl3pPr>
            <a:lvl4pPr marL="2438339" lvl="3" indent="-372524" algn="ctr" rtl="0">
              <a:spcBef>
                <a:spcPts val="0"/>
              </a:spcBef>
              <a:spcAft>
                <a:spcPts val="0"/>
              </a:spcAft>
              <a:buSzPts val="800"/>
              <a:buChar char="●"/>
              <a:defRPr sz="1067"/>
            </a:lvl4pPr>
            <a:lvl5pPr marL="3047924" lvl="4" indent="-372524" algn="ctr" rtl="0">
              <a:spcBef>
                <a:spcPts val="0"/>
              </a:spcBef>
              <a:spcAft>
                <a:spcPts val="0"/>
              </a:spcAft>
              <a:buSzPts val="800"/>
              <a:buChar char="○"/>
              <a:defRPr sz="1067"/>
            </a:lvl5pPr>
            <a:lvl6pPr marL="3657509" lvl="5" indent="-372524" algn="ctr" rtl="0">
              <a:spcBef>
                <a:spcPts val="0"/>
              </a:spcBef>
              <a:spcAft>
                <a:spcPts val="0"/>
              </a:spcAft>
              <a:buSzPts val="800"/>
              <a:buChar char="■"/>
              <a:defRPr sz="1067"/>
            </a:lvl6pPr>
            <a:lvl7pPr marL="4267093" lvl="6" indent="-372524" algn="ctr" rtl="0">
              <a:spcBef>
                <a:spcPts val="0"/>
              </a:spcBef>
              <a:spcAft>
                <a:spcPts val="0"/>
              </a:spcAft>
              <a:buSzPts val="800"/>
              <a:buChar char="●"/>
              <a:defRPr sz="1067"/>
            </a:lvl7pPr>
            <a:lvl8pPr marL="4876678" lvl="7" indent="-372524" algn="ctr" rtl="0">
              <a:spcBef>
                <a:spcPts val="0"/>
              </a:spcBef>
              <a:spcAft>
                <a:spcPts val="0"/>
              </a:spcAft>
              <a:buSzPts val="800"/>
              <a:buChar char="○"/>
              <a:defRPr sz="1067"/>
            </a:lvl8pPr>
            <a:lvl9pPr marL="5486263" lvl="8" indent="-372524" algn="ctr" rtl="0">
              <a:spcBef>
                <a:spcPts val="0"/>
              </a:spcBef>
              <a:spcAft>
                <a:spcPts val="0"/>
              </a:spcAft>
              <a:buSzPts val="800"/>
              <a:buChar char="■"/>
              <a:defRPr sz="1067"/>
            </a:lvl9pPr>
          </a:lstStyle>
          <a:p>
            <a:endParaRPr/>
          </a:p>
        </p:txBody>
      </p:sp>
      <p:sp>
        <p:nvSpPr>
          <p:cNvPr id="104" name="Google Shape;104;p17"/>
          <p:cNvSpPr txBox="1">
            <a:spLocks noGrp="1"/>
          </p:cNvSpPr>
          <p:nvPr>
            <p:ph type="body" idx="5"/>
          </p:nvPr>
        </p:nvSpPr>
        <p:spPr>
          <a:xfrm>
            <a:off x="9351264" y="2680881"/>
            <a:ext cx="1633600" cy="231600"/>
          </a:xfrm>
          <a:prstGeom prst="rect">
            <a:avLst/>
          </a:prstGeom>
        </p:spPr>
        <p:txBody>
          <a:bodyPr spcFirstLastPara="1" wrap="square" lIns="45700" tIns="18275" rIns="45700" bIns="18275" anchor="t" anchorCtr="0">
            <a:noAutofit/>
          </a:bodyPr>
          <a:lstStyle>
            <a:lvl1pPr marL="0" lvl="0" indent="0" algn="ctr" rtl="0">
              <a:lnSpc>
                <a:spcPct val="100000"/>
              </a:lnSpc>
              <a:spcBef>
                <a:spcPts val="0"/>
              </a:spcBef>
              <a:spcAft>
                <a:spcPts val="0"/>
              </a:spcAft>
              <a:buSzPts val="900"/>
              <a:buNone/>
              <a:defRPr sz="1400" b="1" i="0">
                <a:solidFill>
                  <a:schemeClr val="bg1"/>
                </a:solidFill>
                <a:latin typeface="Helvetica" pitchFamily="2" charset="0"/>
              </a:defRPr>
            </a:lvl1pPr>
            <a:lvl2pPr marL="1219170" lvl="1" indent="-380990" algn="ctr" rtl="0">
              <a:lnSpc>
                <a:spcPct val="100000"/>
              </a:lnSpc>
              <a:spcBef>
                <a:spcPts val="0"/>
              </a:spcBef>
              <a:spcAft>
                <a:spcPts val="0"/>
              </a:spcAft>
              <a:buSzPts val="900"/>
              <a:buChar char="○"/>
              <a:defRPr sz="1200"/>
            </a:lvl2pPr>
            <a:lvl3pPr marL="1828754" lvl="2" indent="-380990" algn="ctr" rtl="0">
              <a:lnSpc>
                <a:spcPct val="100000"/>
              </a:lnSpc>
              <a:spcBef>
                <a:spcPts val="0"/>
              </a:spcBef>
              <a:spcAft>
                <a:spcPts val="0"/>
              </a:spcAft>
              <a:buSzPts val="900"/>
              <a:buChar char="■"/>
              <a:defRPr sz="1200"/>
            </a:lvl3pPr>
            <a:lvl4pPr marL="2438339" lvl="3" indent="-380990" algn="ctr" rtl="0">
              <a:lnSpc>
                <a:spcPct val="100000"/>
              </a:lnSpc>
              <a:spcBef>
                <a:spcPts val="0"/>
              </a:spcBef>
              <a:spcAft>
                <a:spcPts val="0"/>
              </a:spcAft>
              <a:buSzPts val="900"/>
              <a:buChar char="●"/>
              <a:defRPr sz="1200"/>
            </a:lvl4pPr>
            <a:lvl5pPr marL="3047924" lvl="4" indent="-380990" algn="ctr" rtl="0">
              <a:lnSpc>
                <a:spcPct val="100000"/>
              </a:lnSpc>
              <a:spcBef>
                <a:spcPts val="0"/>
              </a:spcBef>
              <a:spcAft>
                <a:spcPts val="0"/>
              </a:spcAft>
              <a:buSzPts val="900"/>
              <a:buChar char="○"/>
              <a:defRPr sz="1200"/>
            </a:lvl5pPr>
            <a:lvl6pPr marL="3657509" lvl="5" indent="-380990" algn="ctr" rtl="0">
              <a:lnSpc>
                <a:spcPct val="100000"/>
              </a:lnSpc>
              <a:spcBef>
                <a:spcPts val="0"/>
              </a:spcBef>
              <a:spcAft>
                <a:spcPts val="0"/>
              </a:spcAft>
              <a:buSzPts val="900"/>
              <a:buChar char="■"/>
              <a:defRPr sz="1200"/>
            </a:lvl6pPr>
            <a:lvl7pPr marL="4267093" lvl="6" indent="-380990" algn="ctr" rtl="0">
              <a:lnSpc>
                <a:spcPct val="100000"/>
              </a:lnSpc>
              <a:spcBef>
                <a:spcPts val="0"/>
              </a:spcBef>
              <a:spcAft>
                <a:spcPts val="0"/>
              </a:spcAft>
              <a:buSzPts val="900"/>
              <a:buChar char="●"/>
              <a:defRPr sz="1200"/>
            </a:lvl7pPr>
            <a:lvl8pPr marL="4876678" lvl="7" indent="-380990" algn="ctr" rtl="0">
              <a:lnSpc>
                <a:spcPct val="100000"/>
              </a:lnSpc>
              <a:spcBef>
                <a:spcPts val="0"/>
              </a:spcBef>
              <a:spcAft>
                <a:spcPts val="0"/>
              </a:spcAft>
              <a:buSzPts val="900"/>
              <a:buChar char="○"/>
              <a:defRPr sz="1200"/>
            </a:lvl8pPr>
            <a:lvl9pPr marL="5486263" lvl="8" indent="-380990" algn="ctr" rtl="0">
              <a:lnSpc>
                <a:spcPct val="100000"/>
              </a:lnSpc>
              <a:spcBef>
                <a:spcPts val="0"/>
              </a:spcBef>
              <a:spcAft>
                <a:spcPts val="0"/>
              </a:spcAft>
              <a:buSzPts val="900"/>
              <a:buChar char="■"/>
              <a:defRPr sz="1200"/>
            </a:lvl9pPr>
          </a:lstStyle>
          <a:p>
            <a:endParaRPr/>
          </a:p>
        </p:txBody>
      </p:sp>
      <p:sp>
        <p:nvSpPr>
          <p:cNvPr id="108" name="Google Shape;108;p17"/>
          <p:cNvSpPr txBox="1">
            <a:spLocks noGrp="1"/>
          </p:cNvSpPr>
          <p:nvPr>
            <p:ph type="body" idx="9"/>
          </p:nvPr>
        </p:nvSpPr>
        <p:spPr>
          <a:xfrm>
            <a:off x="9095232" y="2969889"/>
            <a:ext cx="2121600" cy="414400"/>
          </a:xfrm>
          <a:prstGeom prst="rect">
            <a:avLst/>
          </a:prstGeom>
        </p:spPr>
        <p:txBody>
          <a:bodyPr spcFirstLastPara="1" wrap="square" lIns="82275" tIns="18275" rIns="82275" bIns="18275" anchor="t" anchorCtr="0">
            <a:noAutofit/>
          </a:bodyPr>
          <a:lstStyle>
            <a:lvl1pPr marL="0" lvl="0" indent="0" algn="ctr" rtl="0">
              <a:spcBef>
                <a:spcPts val="0"/>
              </a:spcBef>
              <a:spcAft>
                <a:spcPts val="0"/>
              </a:spcAft>
              <a:buSzPts val="800"/>
              <a:buNone/>
              <a:defRPr sz="1100" b="0" i="0">
                <a:latin typeface="Helvetica" pitchFamily="2" charset="0"/>
              </a:defRPr>
            </a:lvl1pPr>
            <a:lvl2pPr marL="1219170" lvl="1" indent="-372524" algn="ctr" rtl="0">
              <a:spcBef>
                <a:spcPts val="0"/>
              </a:spcBef>
              <a:spcAft>
                <a:spcPts val="0"/>
              </a:spcAft>
              <a:buSzPts val="800"/>
              <a:buChar char="○"/>
              <a:defRPr sz="1067"/>
            </a:lvl2pPr>
            <a:lvl3pPr marL="1828754" lvl="2" indent="-372524" algn="ctr" rtl="0">
              <a:spcBef>
                <a:spcPts val="0"/>
              </a:spcBef>
              <a:spcAft>
                <a:spcPts val="0"/>
              </a:spcAft>
              <a:buSzPts val="800"/>
              <a:buChar char="■"/>
              <a:defRPr sz="1067"/>
            </a:lvl3pPr>
            <a:lvl4pPr marL="2438339" lvl="3" indent="-372524" algn="ctr" rtl="0">
              <a:spcBef>
                <a:spcPts val="0"/>
              </a:spcBef>
              <a:spcAft>
                <a:spcPts val="0"/>
              </a:spcAft>
              <a:buSzPts val="800"/>
              <a:buChar char="●"/>
              <a:defRPr sz="1067"/>
            </a:lvl4pPr>
            <a:lvl5pPr marL="3047924" lvl="4" indent="-372524" algn="ctr" rtl="0">
              <a:spcBef>
                <a:spcPts val="0"/>
              </a:spcBef>
              <a:spcAft>
                <a:spcPts val="0"/>
              </a:spcAft>
              <a:buSzPts val="800"/>
              <a:buChar char="○"/>
              <a:defRPr sz="1067"/>
            </a:lvl5pPr>
            <a:lvl6pPr marL="3657509" lvl="5" indent="-372524" algn="ctr" rtl="0">
              <a:spcBef>
                <a:spcPts val="0"/>
              </a:spcBef>
              <a:spcAft>
                <a:spcPts val="0"/>
              </a:spcAft>
              <a:buSzPts val="800"/>
              <a:buChar char="■"/>
              <a:defRPr sz="1067"/>
            </a:lvl6pPr>
            <a:lvl7pPr marL="4267093" lvl="6" indent="-372524" algn="ctr" rtl="0">
              <a:spcBef>
                <a:spcPts val="0"/>
              </a:spcBef>
              <a:spcAft>
                <a:spcPts val="0"/>
              </a:spcAft>
              <a:buSzPts val="800"/>
              <a:buChar char="●"/>
              <a:defRPr sz="1067"/>
            </a:lvl7pPr>
            <a:lvl8pPr marL="4876678" lvl="7" indent="-372524" algn="ctr" rtl="0">
              <a:spcBef>
                <a:spcPts val="0"/>
              </a:spcBef>
              <a:spcAft>
                <a:spcPts val="0"/>
              </a:spcAft>
              <a:buSzPts val="800"/>
              <a:buChar char="○"/>
              <a:defRPr sz="1067"/>
            </a:lvl8pPr>
            <a:lvl9pPr marL="5486263" lvl="8" indent="-372524" algn="ctr" rtl="0">
              <a:spcBef>
                <a:spcPts val="0"/>
              </a:spcBef>
              <a:spcAft>
                <a:spcPts val="0"/>
              </a:spcAft>
              <a:buSzPts val="800"/>
              <a:buChar char="■"/>
              <a:defRPr sz="1067"/>
            </a:lvl9pPr>
          </a:lstStyle>
          <a:p>
            <a:endParaRPr/>
          </a:p>
        </p:txBody>
      </p:sp>
      <p:sp>
        <p:nvSpPr>
          <p:cNvPr id="105" name="Google Shape;105;p17"/>
          <p:cNvSpPr txBox="1">
            <a:spLocks noGrp="1"/>
          </p:cNvSpPr>
          <p:nvPr>
            <p:ph type="body" idx="6"/>
          </p:nvPr>
        </p:nvSpPr>
        <p:spPr>
          <a:xfrm>
            <a:off x="9351400" y="4298817"/>
            <a:ext cx="1633600" cy="231600"/>
          </a:xfrm>
          <a:prstGeom prst="rect">
            <a:avLst/>
          </a:prstGeom>
        </p:spPr>
        <p:txBody>
          <a:bodyPr spcFirstLastPara="1" wrap="square" lIns="45700" tIns="18275" rIns="45700" bIns="18275" anchor="t" anchorCtr="0">
            <a:noAutofit/>
          </a:bodyPr>
          <a:lstStyle>
            <a:lvl1pPr marL="0" lvl="0" indent="0" algn="ctr" rtl="0">
              <a:lnSpc>
                <a:spcPct val="100000"/>
              </a:lnSpc>
              <a:spcBef>
                <a:spcPts val="0"/>
              </a:spcBef>
              <a:spcAft>
                <a:spcPts val="0"/>
              </a:spcAft>
              <a:buSzPts val="900"/>
              <a:buNone/>
              <a:defRPr sz="1400" b="1" i="0">
                <a:solidFill>
                  <a:schemeClr val="bg1"/>
                </a:solidFill>
                <a:latin typeface="Helvetica" pitchFamily="2" charset="0"/>
              </a:defRPr>
            </a:lvl1pPr>
            <a:lvl2pPr marL="1219170" lvl="1" indent="-380990" algn="ctr" rtl="0">
              <a:lnSpc>
                <a:spcPct val="100000"/>
              </a:lnSpc>
              <a:spcBef>
                <a:spcPts val="0"/>
              </a:spcBef>
              <a:spcAft>
                <a:spcPts val="0"/>
              </a:spcAft>
              <a:buSzPts val="900"/>
              <a:buChar char="○"/>
              <a:defRPr sz="1200"/>
            </a:lvl2pPr>
            <a:lvl3pPr marL="1828754" lvl="2" indent="-380990" algn="ctr" rtl="0">
              <a:lnSpc>
                <a:spcPct val="100000"/>
              </a:lnSpc>
              <a:spcBef>
                <a:spcPts val="0"/>
              </a:spcBef>
              <a:spcAft>
                <a:spcPts val="0"/>
              </a:spcAft>
              <a:buSzPts val="900"/>
              <a:buChar char="■"/>
              <a:defRPr sz="1200"/>
            </a:lvl3pPr>
            <a:lvl4pPr marL="2438339" lvl="3" indent="-380990" algn="ctr" rtl="0">
              <a:lnSpc>
                <a:spcPct val="100000"/>
              </a:lnSpc>
              <a:spcBef>
                <a:spcPts val="0"/>
              </a:spcBef>
              <a:spcAft>
                <a:spcPts val="0"/>
              </a:spcAft>
              <a:buSzPts val="900"/>
              <a:buChar char="●"/>
              <a:defRPr sz="1200"/>
            </a:lvl4pPr>
            <a:lvl5pPr marL="3047924" lvl="4" indent="-380990" algn="ctr" rtl="0">
              <a:lnSpc>
                <a:spcPct val="100000"/>
              </a:lnSpc>
              <a:spcBef>
                <a:spcPts val="0"/>
              </a:spcBef>
              <a:spcAft>
                <a:spcPts val="0"/>
              </a:spcAft>
              <a:buSzPts val="900"/>
              <a:buChar char="○"/>
              <a:defRPr sz="1200"/>
            </a:lvl5pPr>
            <a:lvl6pPr marL="3657509" lvl="5" indent="-380990" algn="ctr" rtl="0">
              <a:lnSpc>
                <a:spcPct val="100000"/>
              </a:lnSpc>
              <a:spcBef>
                <a:spcPts val="0"/>
              </a:spcBef>
              <a:spcAft>
                <a:spcPts val="0"/>
              </a:spcAft>
              <a:buSzPts val="900"/>
              <a:buChar char="■"/>
              <a:defRPr sz="1200"/>
            </a:lvl6pPr>
            <a:lvl7pPr marL="4267093" lvl="6" indent="-380990" algn="ctr" rtl="0">
              <a:lnSpc>
                <a:spcPct val="100000"/>
              </a:lnSpc>
              <a:spcBef>
                <a:spcPts val="0"/>
              </a:spcBef>
              <a:spcAft>
                <a:spcPts val="0"/>
              </a:spcAft>
              <a:buSzPts val="900"/>
              <a:buChar char="●"/>
              <a:defRPr sz="1200"/>
            </a:lvl7pPr>
            <a:lvl8pPr marL="4876678" lvl="7" indent="-380990" algn="ctr" rtl="0">
              <a:lnSpc>
                <a:spcPct val="100000"/>
              </a:lnSpc>
              <a:spcBef>
                <a:spcPts val="0"/>
              </a:spcBef>
              <a:spcAft>
                <a:spcPts val="0"/>
              </a:spcAft>
              <a:buSzPts val="900"/>
              <a:buChar char="○"/>
              <a:defRPr sz="1200"/>
            </a:lvl8pPr>
            <a:lvl9pPr marL="5486263" lvl="8" indent="-380990" algn="ctr" rtl="0">
              <a:lnSpc>
                <a:spcPct val="100000"/>
              </a:lnSpc>
              <a:spcBef>
                <a:spcPts val="0"/>
              </a:spcBef>
              <a:spcAft>
                <a:spcPts val="0"/>
              </a:spcAft>
              <a:buSzPts val="900"/>
              <a:buChar char="■"/>
              <a:defRPr sz="1200"/>
            </a:lvl9pPr>
          </a:lstStyle>
          <a:p>
            <a:endParaRPr/>
          </a:p>
        </p:txBody>
      </p:sp>
      <p:sp>
        <p:nvSpPr>
          <p:cNvPr id="109" name="Google Shape;109;p17"/>
          <p:cNvSpPr txBox="1">
            <a:spLocks noGrp="1"/>
          </p:cNvSpPr>
          <p:nvPr>
            <p:ph type="body" idx="13"/>
          </p:nvPr>
        </p:nvSpPr>
        <p:spPr>
          <a:xfrm>
            <a:off x="9095232" y="4591425"/>
            <a:ext cx="2121600" cy="414400"/>
          </a:xfrm>
          <a:prstGeom prst="rect">
            <a:avLst/>
          </a:prstGeom>
        </p:spPr>
        <p:txBody>
          <a:bodyPr spcFirstLastPara="1" wrap="square" lIns="82275" tIns="18275" rIns="82275" bIns="18275" anchor="t" anchorCtr="0">
            <a:noAutofit/>
          </a:bodyPr>
          <a:lstStyle>
            <a:lvl1pPr marL="0" lvl="0" indent="0" algn="ctr" rtl="0">
              <a:spcBef>
                <a:spcPts val="0"/>
              </a:spcBef>
              <a:spcAft>
                <a:spcPts val="0"/>
              </a:spcAft>
              <a:buSzPts val="800"/>
              <a:buNone/>
              <a:defRPr sz="1100" b="0" i="0">
                <a:latin typeface="Helvetica" pitchFamily="2" charset="0"/>
              </a:defRPr>
            </a:lvl1pPr>
            <a:lvl2pPr marL="1219170" lvl="1" indent="-372524" algn="ctr" rtl="0">
              <a:spcBef>
                <a:spcPts val="0"/>
              </a:spcBef>
              <a:spcAft>
                <a:spcPts val="0"/>
              </a:spcAft>
              <a:buSzPts val="800"/>
              <a:buChar char="○"/>
              <a:defRPr sz="1067"/>
            </a:lvl2pPr>
            <a:lvl3pPr marL="1828754" lvl="2" indent="-372524" algn="ctr" rtl="0">
              <a:spcBef>
                <a:spcPts val="0"/>
              </a:spcBef>
              <a:spcAft>
                <a:spcPts val="0"/>
              </a:spcAft>
              <a:buSzPts val="800"/>
              <a:buChar char="■"/>
              <a:defRPr sz="1067"/>
            </a:lvl3pPr>
            <a:lvl4pPr marL="2438339" lvl="3" indent="-372524" algn="ctr" rtl="0">
              <a:spcBef>
                <a:spcPts val="0"/>
              </a:spcBef>
              <a:spcAft>
                <a:spcPts val="0"/>
              </a:spcAft>
              <a:buSzPts val="800"/>
              <a:buChar char="●"/>
              <a:defRPr sz="1067"/>
            </a:lvl4pPr>
            <a:lvl5pPr marL="3047924" lvl="4" indent="-372524" algn="ctr" rtl="0">
              <a:spcBef>
                <a:spcPts val="0"/>
              </a:spcBef>
              <a:spcAft>
                <a:spcPts val="0"/>
              </a:spcAft>
              <a:buSzPts val="800"/>
              <a:buChar char="○"/>
              <a:defRPr sz="1067"/>
            </a:lvl5pPr>
            <a:lvl6pPr marL="3657509" lvl="5" indent="-372524" algn="ctr" rtl="0">
              <a:spcBef>
                <a:spcPts val="0"/>
              </a:spcBef>
              <a:spcAft>
                <a:spcPts val="0"/>
              </a:spcAft>
              <a:buSzPts val="800"/>
              <a:buChar char="■"/>
              <a:defRPr sz="1067"/>
            </a:lvl6pPr>
            <a:lvl7pPr marL="4267093" lvl="6" indent="-372524" algn="ctr" rtl="0">
              <a:spcBef>
                <a:spcPts val="0"/>
              </a:spcBef>
              <a:spcAft>
                <a:spcPts val="0"/>
              </a:spcAft>
              <a:buSzPts val="800"/>
              <a:buChar char="●"/>
              <a:defRPr sz="1067"/>
            </a:lvl7pPr>
            <a:lvl8pPr marL="4876678" lvl="7" indent="-372524" algn="ctr" rtl="0">
              <a:spcBef>
                <a:spcPts val="0"/>
              </a:spcBef>
              <a:spcAft>
                <a:spcPts val="0"/>
              </a:spcAft>
              <a:buSzPts val="800"/>
              <a:buChar char="○"/>
              <a:defRPr sz="1067"/>
            </a:lvl8pPr>
            <a:lvl9pPr marL="5486263" lvl="8" indent="-372524" algn="ctr" rtl="0">
              <a:spcBef>
                <a:spcPts val="0"/>
              </a:spcBef>
              <a:spcAft>
                <a:spcPts val="0"/>
              </a:spcAft>
              <a:buSzPts val="800"/>
              <a:buChar char="■"/>
              <a:defRPr sz="1067"/>
            </a:lvl9pPr>
          </a:lstStyle>
          <a:p>
            <a:endParaRPr/>
          </a:p>
        </p:txBody>
      </p:sp>
      <p:sp>
        <p:nvSpPr>
          <p:cNvPr id="8" name="Google Shape;56;p14">
            <a:extLst>
              <a:ext uri="{FF2B5EF4-FFF2-40B4-BE49-F238E27FC236}">
                <a16:creationId xmlns:a16="http://schemas.microsoft.com/office/drawing/2014/main" id="{C62F54CA-24B8-7FD7-5387-2CEFE8D9491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800" b="0" i="0" u="none" strike="noStrike" kern="1200" cap="none" spc="800">
                <a:solidFill>
                  <a:srgbClr val="627597"/>
                </a:solidFill>
                <a:latin typeface="+mn-lt"/>
                <a:ea typeface="Helvetica Neue"/>
                <a:cs typeface="Helvetica Neue"/>
                <a:sym typeface="Helvetica Neue"/>
              </a:rPr>
              <a:t>GITHUB COPILOT  REIMAGINE SOFTWARE DEVELOPMENT</a:t>
            </a:r>
            <a:endParaRPr lang="en-US" sz="800" b="0" i="0" u="none" strike="noStrike" kern="1200" cap="none" spc="800">
              <a:solidFill>
                <a:srgbClr val="627597"/>
              </a:solidFill>
              <a:latin typeface="+mn-lt"/>
            </a:endParaRPr>
          </a:p>
        </p:txBody>
      </p:sp>
    </p:spTree>
    <p:extLst>
      <p:ext uri="{BB962C8B-B14F-4D97-AF65-F5344CB8AC3E}">
        <p14:creationId xmlns:p14="http://schemas.microsoft.com/office/powerpoint/2010/main" val="17428443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Top-Bottom Split" preserve="1">
  <p:cSld name="Top-Bottom Split">
    <p:spTree>
      <p:nvGrpSpPr>
        <p:cNvPr id="1" name="Shape 110"/>
        <p:cNvGrpSpPr/>
        <p:nvPr/>
      </p:nvGrpSpPr>
      <p:grpSpPr>
        <a:xfrm>
          <a:off x="0" y="0"/>
          <a:ext cx="0" cy="0"/>
          <a:chOff x="0" y="0"/>
          <a:chExt cx="0" cy="0"/>
        </a:xfrm>
      </p:grpSpPr>
      <p:grpSp>
        <p:nvGrpSpPr>
          <p:cNvPr id="3" name="Group 2">
            <a:extLst>
              <a:ext uri="{FF2B5EF4-FFF2-40B4-BE49-F238E27FC236}">
                <a16:creationId xmlns:a16="http://schemas.microsoft.com/office/drawing/2014/main" id="{AE3E3842-1A1C-DFC2-C6F6-A988610AABA6}"/>
              </a:ext>
              <a:ext uri="{C183D7F6-B498-43B3-948B-1728B52AA6E4}">
                <adec:decorative xmlns:adec="http://schemas.microsoft.com/office/drawing/2017/decorative" val="1"/>
              </a:ext>
            </a:extLst>
          </p:cNvPr>
          <p:cNvGrpSpPr/>
          <p:nvPr userDrawn="1"/>
        </p:nvGrpSpPr>
        <p:grpSpPr>
          <a:xfrm>
            <a:off x="567705" y="-4209151"/>
            <a:ext cx="11624400" cy="15394908"/>
            <a:chOff x="425779" y="-3156864"/>
            <a:chExt cx="8718300" cy="11546181"/>
          </a:xfrm>
        </p:grpSpPr>
        <p:cxnSp>
          <p:nvCxnSpPr>
            <p:cNvPr id="113" name="Google Shape;113;p18">
              <a:extLst>
                <a:ext uri="{C183D7F6-B498-43B3-948B-1728B52AA6E4}">
                  <adec:decorative xmlns:adec="http://schemas.microsoft.com/office/drawing/2017/decorative" val="1"/>
                </a:ext>
              </a:extLst>
            </p:cNvPr>
            <p:cNvCxnSpPr/>
            <p:nvPr/>
          </p:nvCxnSpPr>
          <p:spPr>
            <a:xfrm>
              <a:off x="836471" y="737356"/>
              <a:ext cx="2070300" cy="0"/>
            </a:xfrm>
            <a:prstGeom prst="straightConnector1">
              <a:avLst/>
            </a:prstGeom>
            <a:noFill/>
            <a:ln w="12700" cap="flat" cmpd="sng">
              <a:solidFill>
                <a:srgbClr val="627597"/>
              </a:solidFill>
              <a:prstDash val="solid"/>
              <a:miter lim="800000"/>
              <a:headEnd type="none" w="sm" len="sm"/>
              <a:tailEnd type="none" w="sm" len="sm"/>
            </a:ln>
          </p:spPr>
        </p:cxnSp>
        <p:grpSp>
          <p:nvGrpSpPr>
            <p:cNvPr id="115" name="Google Shape;115;p18">
              <a:extLst>
                <a:ext uri="{C183D7F6-B498-43B3-948B-1728B52AA6E4}">
                  <adec:decorative xmlns:adec="http://schemas.microsoft.com/office/drawing/2017/decorative" val="1"/>
                </a:ext>
              </a:extLst>
            </p:cNvPr>
            <p:cNvGrpSpPr/>
            <p:nvPr/>
          </p:nvGrpSpPr>
          <p:grpSpPr>
            <a:xfrm>
              <a:off x="4679511" y="3094843"/>
              <a:ext cx="507623" cy="506585"/>
              <a:chOff x="8210789" y="6930887"/>
              <a:chExt cx="1081200" cy="1080600"/>
            </a:xfrm>
          </p:grpSpPr>
          <p:sp>
            <p:nvSpPr>
              <p:cNvPr id="116" name="Google Shape;116;p18"/>
              <p:cNvSpPr/>
              <p:nvPr/>
            </p:nvSpPr>
            <p:spPr>
              <a:xfrm>
                <a:off x="8210789" y="6930887"/>
                <a:ext cx="1081200" cy="1080600"/>
              </a:xfrm>
              <a:prstGeom prst="ellipse">
                <a:avLst/>
              </a:prstGeom>
              <a:solidFill>
                <a:srgbClr val="1F9CF0">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17" name="Google Shape;117;p18"/>
              <p:cNvSpPr/>
              <p:nvPr/>
            </p:nvSpPr>
            <p:spPr>
              <a:xfrm>
                <a:off x="8393115" y="7113123"/>
                <a:ext cx="716700" cy="716400"/>
              </a:xfrm>
              <a:prstGeom prst="ellipse">
                <a:avLst/>
              </a:prstGeom>
              <a:solidFill>
                <a:srgbClr val="1F9CF0"/>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grpSp>
          <p:nvGrpSpPr>
            <p:cNvPr id="2" name="Group 1">
              <a:extLst>
                <a:ext uri="{FF2B5EF4-FFF2-40B4-BE49-F238E27FC236}">
                  <a16:creationId xmlns:a16="http://schemas.microsoft.com/office/drawing/2014/main" id="{E94EB603-8C2E-D4C8-50E5-D722D006D0A4}"/>
                </a:ext>
              </a:extLst>
            </p:cNvPr>
            <p:cNvGrpSpPr/>
            <p:nvPr userDrawn="1"/>
          </p:nvGrpSpPr>
          <p:grpSpPr>
            <a:xfrm>
              <a:off x="425779" y="-3156864"/>
              <a:ext cx="8718300" cy="11546181"/>
              <a:chOff x="425779" y="-3156864"/>
              <a:chExt cx="8718300" cy="11546181"/>
            </a:xfrm>
          </p:grpSpPr>
          <p:sp>
            <p:nvSpPr>
              <p:cNvPr id="111" name="Google Shape;111;p18">
                <a:extLst>
                  <a:ext uri="{C183D7F6-B498-43B3-948B-1728B52AA6E4}">
                    <adec:decorative xmlns:adec="http://schemas.microsoft.com/office/drawing/2017/decorative" val="1"/>
                  </a:ext>
                </a:extLst>
              </p:cNvPr>
              <p:cNvSpPr/>
              <p:nvPr/>
            </p:nvSpPr>
            <p:spPr>
              <a:xfrm>
                <a:off x="425779" y="2838193"/>
                <a:ext cx="8718300" cy="2305200"/>
              </a:xfrm>
              <a:prstGeom prst="round2SameRect">
                <a:avLst>
                  <a:gd name="adj1" fmla="val 4610"/>
                  <a:gd name="adj2" fmla="val 0"/>
                </a:avLst>
              </a:prstGeom>
              <a:gradFill>
                <a:gsLst>
                  <a:gs pos="0">
                    <a:srgbClr val="1F9CF0"/>
                  </a:gs>
                  <a:gs pos="48500">
                    <a:srgbClr val="9477E2">
                      <a:alpha val="48627"/>
                    </a:srgbClr>
                  </a:gs>
                  <a:gs pos="97000">
                    <a:srgbClr val="9477E2">
                      <a:alpha val="0"/>
                    </a:srgbClr>
                  </a:gs>
                  <a:gs pos="100000">
                    <a:srgbClr val="9477E2">
                      <a:alpha val="0"/>
                    </a:srgbClr>
                  </a:gs>
                </a:gsLst>
                <a:lin ang="0"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pic>
            <p:nvPicPr>
              <p:cNvPr id="112" name="Google Shape;112;p18">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4672027" y="-3156864"/>
                <a:ext cx="3762369" cy="3762369"/>
              </a:xfrm>
              <a:prstGeom prst="rect">
                <a:avLst/>
              </a:prstGeom>
              <a:noFill/>
              <a:ln>
                <a:noFill/>
              </a:ln>
            </p:spPr>
          </p:pic>
          <p:pic>
            <p:nvPicPr>
              <p:cNvPr id="114" name="Google Shape;114;p18">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4672026" y="4626948"/>
                <a:ext cx="3762369" cy="3762369"/>
              </a:xfrm>
              <a:prstGeom prst="rect">
                <a:avLst/>
              </a:prstGeom>
              <a:noFill/>
              <a:ln>
                <a:noFill/>
              </a:ln>
            </p:spPr>
          </p:pic>
        </p:grpSp>
      </p:grpSp>
      <p:sp>
        <p:nvSpPr>
          <p:cNvPr id="119" name="Google Shape;119;p18"/>
          <p:cNvSpPr txBox="1">
            <a:spLocks noGrp="1"/>
          </p:cNvSpPr>
          <p:nvPr>
            <p:ph type="subTitle" idx="1"/>
          </p:nvPr>
        </p:nvSpPr>
        <p:spPr>
          <a:xfrm>
            <a:off x="1072896" y="731520"/>
            <a:ext cx="4035600" cy="207200"/>
          </a:xfrm>
          <a:prstGeom prst="rect">
            <a:avLst/>
          </a:prstGeom>
        </p:spPr>
        <p:txBody>
          <a:bodyPr spcFirstLastPara="1" wrap="square" lIns="45700" tIns="18275" rIns="45700" bIns="18275" anchor="t" anchorCtr="0">
            <a:noAutofit/>
          </a:bodyPr>
          <a:lstStyle>
            <a:lvl1pPr marL="0" lvl="0" rtl="0">
              <a:lnSpc>
                <a:spcPct val="100000"/>
              </a:lnSpc>
              <a:spcBef>
                <a:spcPts val="0"/>
              </a:spcBef>
              <a:spcAft>
                <a:spcPts val="0"/>
              </a:spcAft>
              <a:buSzPts val="800"/>
              <a:buNone/>
              <a:defRPr sz="1067" b="0" i="0">
                <a:latin typeface="Helvetica" pitchFamily="2" charset="0"/>
              </a:defRPr>
            </a:lvl1pPr>
            <a:lvl2pPr lvl="1" rtl="0">
              <a:spcBef>
                <a:spcPts val="0"/>
              </a:spcBef>
              <a:spcAft>
                <a:spcPts val="0"/>
              </a:spcAft>
              <a:buSzPts val="1000"/>
              <a:buNone/>
              <a:defRPr/>
            </a:lvl2pPr>
            <a:lvl3pPr lvl="2" rtl="0">
              <a:spcBef>
                <a:spcPts val="0"/>
              </a:spcBef>
              <a:spcAft>
                <a:spcPts val="0"/>
              </a:spcAft>
              <a:buSzPts val="1000"/>
              <a:buNone/>
              <a:defRPr/>
            </a:lvl3pPr>
            <a:lvl4pPr lvl="3" rtl="0">
              <a:spcBef>
                <a:spcPts val="0"/>
              </a:spcBef>
              <a:spcAft>
                <a:spcPts val="0"/>
              </a:spcAft>
              <a:buSzPts val="1000"/>
              <a:buNone/>
              <a:defRPr/>
            </a:lvl4pPr>
            <a:lvl5pPr lvl="4" rtl="0">
              <a:spcBef>
                <a:spcPts val="0"/>
              </a:spcBef>
              <a:spcAft>
                <a:spcPts val="0"/>
              </a:spcAft>
              <a:buSzPts val="1000"/>
              <a:buNone/>
              <a:defRPr/>
            </a:lvl5pPr>
            <a:lvl6pPr lvl="5" rtl="0">
              <a:spcBef>
                <a:spcPts val="0"/>
              </a:spcBef>
              <a:spcAft>
                <a:spcPts val="0"/>
              </a:spcAft>
              <a:buSzPts val="1000"/>
              <a:buNone/>
              <a:defRPr/>
            </a:lvl6pPr>
            <a:lvl7pPr lvl="6" rtl="0">
              <a:spcBef>
                <a:spcPts val="0"/>
              </a:spcBef>
              <a:spcAft>
                <a:spcPts val="0"/>
              </a:spcAft>
              <a:buSzPts val="1000"/>
              <a:buNone/>
              <a:defRPr/>
            </a:lvl7pPr>
            <a:lvl8pPr lvl="7" rtl="0">
              <a:spcBef>
                <a:spcPts val="0"/>
              </a:spcBef>
              <a:spcAft>
                <a:spcPts val="0"/>
              </a:spcAft>
              <a:buSzPts val="1000"/>
              <a:buNone/>
              <a:defRPr/>
            </a:lvl8pPr>
            <a:lvl9pPr lvl="8" rtl="0">
              <a:spcBef>
                <a:spcPts val="0"/>
              </a:spcBef>
              <a:spcAft>
                <a:spcPts val="0"/>
              </a:spcAft>
              <a:buSzPts val="1000"/>
              <a:buNone/>
              <a:defRPr/>
            </a:lvl9pPr>
          </a:lstStyle>
          <a:p>
            <a:endParaRPr/>
          </a:p>
        </p:txBody>
      </p:sp>
      <p:sp>
        <p:nvSpPr>
          <p:cNvPr id="120" name="Google Shape;120;p18"/>
          <p:cNvSpPr txBox="1">
            <a:spLocks noGrp="1"/>
          </p:cNvSpPr>
          <p:nvPr>
            <p:ph type="title"/>
          </p:nvPr>
        </p:nvSpPr>
        <p:spPr>
          <a:xfrm>
            <a:off x="1060704" y="1243584"/>
            <a:ext cx="4681600" cy="1792400"/>
          </a:xfrm>
          <a:prstGeom prst="rect">
            <a:avLst/>
          </a:prstGeom>
        </p:spPr>
        <p:txBody>
          <a:bodyPr spcFirstLastPara="1" wrap="square" lIns="45700" tIns="18275" rIns="45700" bIns="18275" anchor="t" anchorCtr="0">
            <a:noAutofit/>
          </a:bodyPr>
          <a:lstStyle>
            <a:lvl1pPr lvl="0">
              <a:spcBef>
                <a:spcPts val="0"/>
              </a:spcBef>
              <a:spcAft>
                <a:spcPts val="0"/>
              </a:spcAft>
              <a:buSzPts val="1700"/>
              <a:buNone/>
              <a:defRPr sz="2267" b="0"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18"/>
          <p:cNvSpPr txBox="1">
            <a:spLocks noGrp="1"/>
          </p:cNvSpPr>
          <p:nvPr>
            <p:ph type="body" idx="2"/>
          </p:nvPr>
        </p:nvSpPr>
        <p:spPr>
          <a:xfrm>
            <a:off x="6230112" y="1243584"/>
            <a:ext cx="4596400" cy="1499600"/>
          </a:xfrm>
          <a:prstGeom prst="rect">
            <a:avLst/>
          </a:prstGeom>
        </p:spPr>
        <p:txBody>
          <a:bodyPr spcFirstLastPara="1" wrap="square" lIns="45700" tIns="18275" rIns="45700" bIns="18275" anchor="t" anchorCtr="0">
            <a:noAutofit/>
          </a:bodyPr>
          <a:lstStyle>
            <a:lvl1pPr marL="0" lvl="0" indent="0">
              <a:spcBef>
                <a:spcPts val="0"/>
              </a:spcBef>
              <a:spcAft>
                <a:spcPts val="0"/>
              </a:spcAft>
              <a:buSzPts val="1000"/>
              <a:buNone/>
              <a:defRPr b="0" i="0">
                <a:latin typeface="Helvetica" pitchFamily="2" charset="0"/>
              </a:defRPr>
            </a:lvl1pPr>
            <a:lvl2pPr marL="1219170" lvl="1" indent="-389457">
              <a:spcBef>
                <a:spcPts val="0"/>
              </a:spcBef>
              <a:spcAft>
                <a:spcPts val="0"/>
              </a:spcAft>
              <a:buSzPts val="1000"/>
              <a:buChar char="○"/>
              <a:defRPr/>
            </a:lvl2pPr>
            <a:lvl3pPr marL="1828754" lvl="2" indent="-389457">
              <a:spcBef>
                <a:spcPts val="0"/>
              </a:spcBef>
              <a:spcAft>
                <a:spcPts val="0"/>
              </a:spcAft>
              <a:buSzPts val="1000"/>
              <a:buChar char="■"/>
              <a:defRPr/>
            </a:lvl3pPr>
            <a:lvl4pPr marL="2438339" lvl="3" indent="-389457">
              <a:spcBef>
                <a:spcPts val="0"/>
              </a:spcBef>
              <a:spcAft>
                <a:spcPts val="0"/>
              </a:spcAft>
              <a:buSzPts val="1000"/>
              <a:buChar char="●"/>
              <a:defRPr/>
            </a:lvl4pPr>
            <a:lvl5pPr marL="3047924" lvl="4" indent="-389457">
              <a:spcBef>
                <a:spcPts val="0"/>
              </a:spcBef>
              <a:spcAft>
                <a:spcPts val="0"/>
              </a:spcAft>
              <a:buSzPts val="1000"/>
              <a:buChar char="○"/>
              <a:defRPr/>
            </a:lvl5pPr>
            <a:lvl6pPr marL="3657509" lvl="5" indent="-389457">
              <a:spcBef>
                <a:spcPts val="0"/>
              </a:spcBef>
              <a:spcAft>
                <a:spcPts val="0"/>
              </a:spcAft>
              <a:buSzPts val="1000"/>
              <a:buChar char="■"/>
              <a:defRPr/>
            </a:lvl6pPr>
            <a:lvl7pPr marL="4267093" lvl="6" indent="-389457">
              <a:spcBef>
                <a:spcPts val="0"/>
              </a:spcBef>
              <a:spcAft>
                <a:spcPts val="0"/>
              </a:spcAft>
              <a:buSzPts val="1000"/>
              <a:buChar char="●"/>
              <a:defRPr/>
            </a:lvl7pPr>
            <a:lvl8pPr marL="4876678" lvl="7" indent="-389457">
              <a:spcBef>
                <a:spcPts val="0"/>
              </a:spcBef>
              <a:spcAft>
                <a:spcPts val="0"/>
              </a:spcAft>
              <a:buSzPts val="1000"/>
              <a:buChar char="○"/>
              <a:defRPr/>
            </a:lvl8pPr>
            <a:lvl9pPr marL="5486263" lvl="8" indent="-389457">
              <a:spcBef>
                <a:spcPts val="0"/>
              </a:spcBef>
              <a:spcAft>
                <a:spcPts val="0"/>
              </a:spcAft>
              <a:buSzPts val="1000"/>
              <a:buChar char="■"/>
              <a:defRPr/>
            </a:lvl9pPr>
          </a:lstStyle>
          <a:p>
            <a:endParaRPr/>
          </a:p>
        </p:txBody>
      </p:sp>
      <p:sp>
        <p:nvSpPr>
          <p:cNvPr id="122" name="Google Shape;122;p18"/>
          <p:cNvSpPr>
            <a:spLocks noGrp="1"/>
          </p:cNvSpPr>
          <p:nvPr>
            <p:ph type="pic" idx="3"/>
          </p:nvPr>
        </p:nvSpPr>
        <p:spPr>
          <a:xfrm>
            <a:off x="6409669" y="4296087"/>
            <a:ext cx="336187" cy="336187"/>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23" name="Google Shape;123;p18"/>
          <p:cNvSpPr txBox="1">
            <a:spLocks noGrp="1"/>
          </p:cNvSpPr>
          <p:nvPr>
            <p:ph type="title" idx="4"/>
          </p:nvPr>
        </p:nvSpPr>
        <p:spPr>
          <a:xfrm>
            <a:off x="7034784" y="4255008"/>
            <a:ext cx="3755200" cy="402400"/>
          </a:xfrm>
          <a:prstGeom prst="rect">
            <a:avLst/>
          </a:prstGeom>
        </p:spPr>
        <p:txBody>
          <a:bodyPr spcFirstLastPara="1" wrap="square" lIns="45700" tIns="18275" rIns="45700" bIns="18275" anchor="t" anchorCtr="0">
            <a:noAutofit/>
          </a:bodyPr>
          <a:lstStyle>
            <a:lvl1pPr lvl="0">
              <a:spcBef>
                <a:spcPts val="0"/>
              </a:spcBef>
              <a:spcAft>
                <a:spcPts val="0"/>
              </a:spcAft>
              <a:buSzPts val="1700"/>
              <a:buNone/>
              <a:defRPr sz="2267" b="1"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4" name="Google Shape;124;p18"/>
          <p:cNvSpPr txBox="1">
            <a:spLocks noGrp="1"/>
          </p:cNvSpPr>
          <p:nvPr>
            <p:ph type="body" idx="5"/>
          </p:nvPr>
        </p:nvSpPr>
        <p:spPr>
          <a:xfrm>
            <a:off x="6353483" y="4974336"/>
            <a:ext cx="4424228" cy="878000"/>
          </a:xfrm>
          <a:prstGeom prst="rect">
            <a:avLst/>
          </a:prstGeom>
        </p:spPr>
        <p:txBody>
          <a:bodyPr spcFirstLastPara="1" wrap="square" lIns="45700" tIns="18275" rIns="45700" bIns="18275" anchor="t" anchorCtr="0">
            <a:noAutofit/>
          </a:bodyPr>
          <a:lstStyle>
            <a:lvl1pPr marL="0" lvl="0" indent="0">
              <a:spcBef>
                <a:spcPts val="0"/>
              </a:spcBef>
              <a:spcAft>
                <a:spcPts val="0"/>
              </a:spcAft>
              <a:buSzPts val="800"/>
              <a:buNone/>
              <a:defRPr sz="1067" b="0" i="0">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spTree>
    <p:extLst>
      <p:ext uri="{BB962C8B-B14F-4D97-AF65-F5344CB8AC3E}">
        <p14:creationId xmlns:p14="http://schemas.microsoft.com/office/powerpoint/2010/main" val="34310274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Four Sections" preserve="1" userDrawn="1">
  <p:cSld name="Four Sections">
    <p:spTree>
      <p:nvGrpSpPr>
        <p:cNvPr id="1" name="Shape 125"/>
        <p:cNvGrpSpPr/>
        <p:nvPr/>
      </p:nvGrpSpPr>
      <p:grpSpPr>
        <a:xfrm>
          <a:off x="0" y="0"/>
          <a:ext cx="0" cy="0"/>
          <a:chOff x="0" y="0"/>
          <a:chExt cx="0" cy="0"/>
        </a:xfrm>
      </p:grpSpPr>
      <p:cxnSp>
        <p:nvCxnSpPr>
          <p:cNvPr id="9" name="Google Shape;67;p15">
            <a:extLst>
              <a:ext uri="{FF2B5EF4-FFF2-40B4-BE49-F238E27FC236}">
                <a16:creationId xmlns:a16="http://schemas.microsoft.com/office/drawing/2014/main" id="{D62C45CC-EDDF-E817-60D7-019B741C50F1}"/>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151" name="Google Shape;151;p19"/>
          <p:cNvSpPr txBox="1">
            <a:spLocks noGrp="1"/>
          </p:cNvSpPr>
          <p:nvPr>
            <p:ph type="title" idx="15"/>
          </p:nvPr>
        </p:nvSpPr>
        <p:spPr>
          <a:xfrm>
            <a:off x="558001" y="304769"/>
            <a:ext cx="11136159" cy="713523"/>
          </a:xfrm>
          <a:prstGeom prst="rect">
            <a:avLst/>
          </a:prstGeom>
        </p:spPr>
        <p:txBody>
          <a:bodyPr spcFirstLastPara="1" wrap="square" lIns="0" tIns="18275" rIns="0" bIns="18275" anchor="t" anchorCtr="0">
            <a:noAutofit/>
          </a:bodyPr>
          <a:lstStyle>
            <a:lvl1pPr lvl="0" rtl="0">
              <a:lnSpc>
                <a:spcPct val="100000"/>
              </a:lnSpc>
              <a:spcBef>
                <a:spcPts val="0"/>
              </a:spcBef>
              <a:spcAft>
                <a:spcPts val="0"/>
              </a:spcAft>
              <a:buSzPts val="2300"/>
              <a:buNone/>
              <a:defRPr sz="3200"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9" name="Google Shape;129;p19"/>
          <p:cNvSpPr>
            <a:spLocks noGrp="1"/>
          </p:cNvSpPr>
          <p:nvPr>
            <p:ph type="pic" idx="5"/>
          </p:nvPr>
        </p:nvSpPr>
        <p:spPr>
          <a:xfrm>
            <a:off x="0" y="1110227"/>
            <a:ext cx="3043600" cy="1853184"/>
          </a:xfrm>
          <a:prstGeom prst="rect">
            <a:avLst/>
          </a:prstGeom>
          <a:noFill/>
          <a:ln>
            <a:noFill/>
          </a:ln>
        </p:spPr>
        <p:txBody>
          <a:bodyPr anchor="ctr"/>
          <a:lstStyle>
            <a:lvl1pPr marL="0" indent="0" algn="ctr">
              <a:buNone/>
              <a:defRPr b="0" i="0">
                <a:latin typeface="Helvetica" pitchFamily="2" charset="0"/>
              </a:defRPr>
            </a:lvl1pPr>
          </a:lstStyle>
          <a:p>
            <a:endParaRPr lang="en-US"/>
          </a:p>
        </p:txBody>
      </p:sp>
      <p:grpSp>
        <p:nvGrpSpPr>
          <p:cNvPr id="5" name="Group 4">
            <a:extLst>
              <a:ext uri="{FF2B5EF4-FFF2-40B4-BE49-F238E27FC236}">
                <a16:creationId xmlns:a16="http://schemas.microsoft.com/office/drawing/2014/main" id="{C6D0AEF3-20C9-E36E-10B3-45993C86AF77}"/>
              </a:ext>
              <a:ext uri="{C183D7F6-B498-43B3-948B-1728B52AA6E4}">
                <adec:decorative xmlns:adec="http://schemas.microsoft.com/office/drawing/2017/decorative" val="1"/>
              </a:ext>
            </a:extLst>
          </p:cNvPr>
          <p:cNvGrpSpPr/>
          <p:nvPr userDrawn="1"/>
        </p:nvGrpSpPr>
        <p:grpSpPr>
          <a:xfrm>
            <a:off x="0" y="2504317"/>
            <a:ext cx="3048000" cy="2291203"/>
            <a:chOff x="0" y="1878238"/>
            <a:chExt cx="2286000" cy="1718402"/>
          </a:xfrm>
        </p:grpSpPr>
        <p:sp>
          <p:nvSpPr>
            <p:cNvPr id="133" name="Google Shape;133;p19">
              <a:extLst>
                <a:ext uri="{C183D7F6-B498-43B3-948B-1728B52AA6E4}">
                  <adec:decorative xmlns:adec="http://schemas.microsoft.com/office/drawing/2017/decorative" val="1"/>
                </a:ext>
              </a:extLst>
            </p:cNvPr>
            <p:cNvSpPr/>
            <p:nvPr/>
          </p:nvSpPr>
          <p:spPr>
            <a:xfrm>
              <a:off x="0" y="2231132"/>
              <a:ext cx="2286000" cy="1365508"/>
            </a:xfrm>
            <a:prstGeom prst="rect">
              <a:avLst/>
            </a:prstGeom>
            <a:gradFill>
              <a:gsLst>
                <a:gs pos="0">
                  <a:srgbClr val="1F9CF0"/>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nvGrpSpPr>
            <p:cNvPr id="39" name="Google Shape;115;p18">
              <a:extLst>
                <a:ext uri="{FF2B5EF4-FFF2-40B4-BE49-F238E27FC236}">
                  <a16:creationId xmlns:a16="http://schemas.microsoft.com/office/drawing/2014/main" id="{2CABBAFB-D7E4-4946-8936-326967B61E08}"/>
                </a:ext>
                <a:ext uri="{C183D7F6-B498-43B3-948B-1728B52AA6E4}">
                  <adec:decorative xmlns:adec="http://schemas.microsoft.com/office/drawing/2017/decorative" val="1"/>
                </a:ext>
              </a:extLst>
            </p:cNvPr>
            <p:cNvGrpSpPr/>
            <p:nvPr userDrawn="1"/>
          </p:nvGrpSpPr>
          <p:grpSpPr>
            <a:xfrm>
              <a:off x="725202" y="1878238"/>
              <a:ext cx="720446" cy="718973"/>
              <a:chOff x="8210789" y="6930887"/>
              <a:chExt cx="1081200" cy="1080600"/>
            </a:xfrm>
          </p:grpSpPr>
          <p:sp>
            <p:nvSpPr>
              <p:cNvPr id="40" name="Google Shape;116;p18">
                <a:extLst>
                  <a:ext uri="{FF2B5EF4-FFF2-40B4-BE49-F238E27FC236}">
                    <a16:creationId xmlns:a16="http://schemas.microsoft.com/office/drawing/2014/main" id="{927C82E0-53EB-9E40-B93B-79D8C7C49530}"/>
                  </a:ext>
                </a:extLst>
              </p:cNvPr>
              <p:cNvSpPr/>
              <p:nvPr/>
            </p:nvSpPr>
            <p:spPr>
              <a:xfrm>
                <a:off x="8210789" y="6930887"/>
                <a:ext cx="1081200" cy="1080600"/>
              </a:xfrm>
              <a:prstGeom prst="ellipse">
                <a:avLst/>
              </a:prstGeom>
              <a:solidFill>
                <a:srgbClr val="1F9CF0">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41" name="Google Shape;117;p18">
                <a:extLst>
                  <a:ext uri="{FF2B5EF4-FFF2-40B4-BE49-F238E27FC236}">
                    <a16:creationId xmlns:a16="http://schemas.microsoft.com/office/drawing/2014/main" id="{33518440-89C6-C546-AC7B-32EBE9911FC2}"/>
                  </a:ext>
                </a:extLst>
              </p:cNvPr>
              <p:cNvSpPr/>
              <p:nvPr/>
            </p:nvSpPr>
            <p:spPr>
              <a:xfrm>
                <a:off x="8393115" y="7113123"/>
                <a:ext cx="716700" cy="716400"/>
              </a:xfrm>
              <a:prstGeom prst="ellipse">
                <a:avLst/>
              </a:prstGeom>
              <a:solidFill>
                <a:srgbClr val="1F9CF0"/>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grpSp>
      <p:sp>
        <p:nvSpPr>
          <p:cNvPr id="42" name="Google Shape;122;p18">
            <a:extLst>
              <a:ext uri="{FF2B5EF4-FFF2-40B4-BE49-F238E27FC236}">
                <a16:creationId xmlns:a16="http://schemas.microsoft.com/office/drawing/2014/main" id="{770EE0F9-203B-9148-A3BA-831953FEF71D}"/>
              </a:ext>
            </a:extLst>
          </p:cNvPr>
          <p:cNvSpPr>
            <a:spLocks noGrp="1"/>
          </p:cNvSpPr>
          <p:nvPr>
            <p:ph type="pic" idx="23"/>
          </p:nvPr>
        </p:nvSpPr>
        <p:spPr>
          <a:xfrm>
            <a:off x="1208667" y="2745066"/>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48" name="Google Shape;148;p19"/>
          <p:cNvSpPr txBox="1">
            <a:spLocks noGrp="1"/>
          </p:cNvSpPr>
          <p:nvPr>
            <p:ph type="body" idx="1"/>
          </p:nvPr>
        </p:nvSpPr>
        <p:spPr>
          <a:xfrm>
            <a:off x="451104" y="3472990"/>
            <a:ext cx="1670400" cy="319524"/>
          </a:xfrm>
          <a:prstGeom prst="rect">
            <a:avLst/>
          </a:prstGeom>
        </p:spPr>
        <p:txBody>
          <a:bodyPr spcFirstLastPara="1" wrap="square" lIns="45700" tIns="18275" rIns="45700" bIns="18275" anchor="t" anchorCtr="0">
            <a:noAutofit/>
          </a:bodyPr>
          <a:lstStyle>
            <a:lvl1pPr marL="0" lvl="0" indent="0">
              <a:lnSpc>
                <a:spcPct val="100000"/>
              </a:lnSpc>
              <a:spcBef>
                <a:spcPts val="0"/>
              </a:spcBef>
              <a:spcAft>
                <a:spcPts val="0"/>
              </a:spcAft>
              <a:buSzPts val="800"/>
              <a:buNone/>
              <a:defRPr sz="1333" b="0" i="0">
                <a:solidFill>
                  <a:schemeClr val="bg1"/>
                </a:solidFill>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sp>
        <p:nvSpPr>
          <p:cNvPr id="149" name="Google Shape;149;p19"/>
          <p:cNvSpPr txBox="1">
            <a:spLocks noGrp="1"/>
          </p:cNvSpPr>
          <p:nvPr>
            <p:ph type="body" idx="13"/>
          </p:nvPr>
        </p:nvSpPr>
        <p:spPr>
          <a:xfrm>
            <a:off x="451104" y="3778675"/>
            <a:ext cx="2255600" cy="924911"/>
          </a:xfrm>
          <a:prstGeom prst="rect">
            <a:avLst/>
          </a:prstGeom>
        </p:spPr>
        <p:txBody>
          <a:bodyPr spcFirstLastPara="1" wrap="square" lIns="45700" tIns="18275" rIns="45700" bIns="18275" anchor="t" anchorCtr="0">
            <a:noAutofit/>
          </a:bodyPr>
          <a:lstStyle>
            <a:lvl1pPr marL="0" lvl="0" indent="0">
              <a:spcBef>
                <a:spcPts val="0"/>
              </a:spcBef>
              <a:spcAft>
                <a:spcPts val="0"/>
              </a:spcAft>
              <a:buSzPts val="800"/>
              <a:buNone/>
              <a:defRPr sz="1067" b="0" i="0">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grpSp>
        <p:nvGrpSpPr>
          <p:cNvPr id="6" name="Group 5">
            <a:extLst>
              <a:ext uri="{FF2B5EF4-FFF2-40B4-BE49-F238E27FC236}">
                <a16:creationId xmlns:a16="http://schemas.microsoft.com/office/drawing/2014/main" id="{7F7888B4-45D0-5024-C25B-EFA6D164CE21}"/>
              </a:ext>
              <a:ext uri="{C183D7F6-B498-43B3-948B-1728B52AA6E4}">
                <adec:decorative xmlns:adec="http://schemas.microsoft.com/office/drawing/2017/decorative" val="1"/>
              </a:ext>
            </a:extLst>
          </p:cNvPr>
          <p:cNvGrpSpPr/>
          <p:nvPr userDrawn="1"/>
        </p:nvGrpSpPr>
        <p:grpSpPr>
          <a:xfrm>
            <a:off x="3043533" y="2502357"/>
            <a:ext cx="3048000" cy="2293163"/>
            <a:chOff x="2282650" y="1876768"/>
            <a:chExt cx="2286000" cy="1719872"/>
          </a:xfrm>
        </p:grpSpPr>
        <p:sp>
          <p:nvSpPr>
            <p:cNvPr id="132" name="Google Shape;132;p19">
              <a:extLst>
                <a:ext uri="{C183D7F6-B498-43B3-948B-1728B52AA6E4}">
                  <adec:decorative xmlns:adec="http://schemas.microsoft.com/office/drawing/2017/decorative" val="1"/>
                </a:ext>
              </a:extLst>
            </p:cNvPr>
            <p:cNvSpPr/>
            <p:nvPr/>
          </p:nvSpPr>
          <p:spPr>
            <a:xfrm>
              <a:off x="2282650" y="2231132"/>
              <a:ext cx="2286000" cy="1365508"/>
            </a:xfrm>
            <a:prstGeom prst="rect">
              <a:avLst/>
            </a:prstGeom>
            <a:gradFill>
              <a:gsLst>
                <a:gs pos="0">
                  <a:srgbClr val="9477E2">
                    <a:alpha val="20000"/>
                  </a:srgbClr>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nvGrpSpPr>
            <p:cNvPr id="2" name="Group 1">
              <a:extLst>
                <a:ext uri="{FF2B5EF4-FFF2-40B4-BE49-F238E27FC236}">
                  <a16:creationId xmlns:a16="http://schemas.microsoft.com/office/drawing/2014/main" id="{80DF5EDE-E7F7-6146-AC08-AF61888173CC}"/>
                </a:ext>
                <a:ext uri="{C183D7F6-B498-43B3-948B-1728B52AA6E4}">
                  <adec:decorative xmlns:adec="http://schemas.microsoft.com/office/drawing/2017/decorative" val="1"/>
                </a:ext>
              </a:extLst>
            </p:cNvPr>
            <p:cNvGrpSpPr/>
            <p:nvPr userDrawn="1"/>
          </p:nvGrpSpPr>
          <p:grpSpPr>
            <a:xfrm>
              <a:off x="3068238" y="1876768"/>
              <a:ext cx="720300" cy="719400"/>
              <a:chOff x="3068238" y="1382291"/>
              <a:chExt cx="720300" cy="719400"/>
            </a:xfrm>
          </p:grpSpPr>
          <p:sp>
            <p:nvSpPr>
              <p:cNvPr id="134" name="Google Shape;134;p19"/>
              <p:cNvSpPr/>
              <p:nvPr/>
            </p:nvSpPr>
            <p:spPr>
              <a:xfrm>
                <a:off x="3068238" y="1382291"/>
                <a:ext cx="720300" cy="719400"/>
              </a:xfrm>
              <a:prstGeom prst="ellipse">
                <a:avLst/>
              </a:prstGeom>
              <a:solidFill>
                <a:srgbClr val="8661C5">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lvl="0" indent="0" algn="ctr">
                  <a:buNone/>
                </a:pPr>
                <a:endParaRPr sz="1067">
                  <a:solidFill>
                    <a:schemeClr val="lt1"/>
                  </a:solidFill>
                  <a:latin typeface="Helvetica" pitchFamily="2" charset="0"/>
                  <a:ea typeface="Calibri"/>
                  <a:cs typeface="Calibri"/>
                  <a:sym typeface="Calibri"/>
                </a:endParaRPr>
              </a:p>
            </p:txBody>
          </p:sp>
          <p:sp>
            <p:nvSpPr>
              <p:cNvPr id="135" name="Google Shape;135;p19"/>
              <p:cNvSpPr/>
              <p:nvPr userDrawn="1"/>
            </p:nvSpPr>
            <p:spPr>
              <a:xfrm>
                <a:off x="3190019" y="1504824"/>
                <a:ext cx="477600" cy="476700"/>
              </a:xfrm>
              <a:prstGeom prst="ellipse">
                <a:avLst/>
              </a:prstGeom>
              <a:solidFill>
                <a:srgbClr val="8661C5"/>
              </a:solidFill>
              <a:ln>
                <a:noFill/>
              </a:ln>
            </p:spPr>
            <p:txBody>
              <a:bodyPr spcFirstLastPara="1" wrap="square" lIns="42900" tIns="21450" rIns="42900" bIns="21450" anchor="ctr" anchorCtr="0">
                <a:noAutofit/>
              </a:bodyPr>
              <a:lstStyle/>
              <a:p>
                <a:pPr marL="0" lvl="0" indent="0" algn="ctr">
                  <a:buNone/>
                </a:pPr>
                <a:endParaRPr sz="1067">
                  <a:solidFill>
                    <a:schemeClr val="lt1"/>
                  </a:solidFill>
                  <a:latin typeface="Helvetica" pitchFamily="2" charset="0"/>
                  <a:ea typeface="Calibri"/>
                  <a:cs typeface="Calibri"/>
                  <a:sym typeface="Calibri"/>
                </a:endParaRPr>
              </a:p>
            </p:txBody>
          </p:sp>
        </p:grpSp>
      </p:grpSp>
      <p:grpSp>
        <p:nvGrpSpPr>
          <p:cNvPr id="7" name="Group 6">
            <a:extLst>
              <a:ext uri="{FF2B5EF4-FFF2-40B4-BE49-F238E27FC236}">
                <a16:creationId xmlns:a16="http://schemas.microsoft.com/office/drawing/2014/main" id="{B258C728-B08C-223E-4D1B-66EB88D64B9F}"/>
              </a:ext>
              <a:ext uri="{C183D7F6-B498-43B3-948B-1728B52AA6E4}">
                <adec:decorative xmlns:adec="http://schemas.microsoft.com/office/drawing/2017/decorative" val="1"/>
              </a:ext>
            </a:extLst>
          </p:cNvPr>
          <p:cNvGrpSpPr/>
          <p:nvPr userDrawn="1"/>
        </p:nvGrpSpPr>
        <p:grpSpPr>
          <a:xfrm>
            <a:off x="6090911" y="2502357"/>
            <a:ext cx="3048000" cy="2293163"/>
            <a:chOff x="4568183" y="1876768"/>
            <a:chExt cx="2286000" cy="1719872"/>
          </a:xfrm>
        </p:grpSpPr>
        <p:sp>
          <p:nvSpPr>
            <p:cNvPr id="131" name="Google Shape;131;p19">
              <a:extLst>
                <a:ext uri="{C183D7F6-B498-43B3-948B-1728B52AA6E4}">
                  <adec:decorative xmlns:adec="http://schemas.microsoft.com/office/drawing/2017/decorative" val="1"/>
                </a:ext>
              </a:extLst>
            </p:cNvPr>
            <p:cNvSpPr/>
            <p:nvPr/>
          </p:nvSpPr>
          <p:spPr>
            <a:xfrm>
              <a:off x="4568183" y="2231132"/>
              <a:ext cx="2286000" cy="1365508"/>
            </a:xfrm>
            <a:prstGeom prst="rect">
              <a:avLst/>
            </a:prstGeom>
            <a:gradFill>
              <a:gsLst>
                <a:gs pos="0">
                  <a:srgbClr val="6A37C7">
                    <a:alpha val="20000"/>
                  </a:srgbClr>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nvGrpSpPr>
            <p:cNvPr id="3" name="Group 2">
              <a:extLst>
                <a:ext uri="{FF2B5EF4-FFF2-40B4-BE49-F238E27FC236}">
                  <a16:creationId xmlns:a16="http://schemas.microsoft.com/office/drawing/2014/main" id="{62153F02-68F3-1F42-A78B-072046ECEDD4}"/>
                </a:ext>
                <a:ext uri="{C183D7F6-B498-43B3-948B-1728B52AA6E4}">
                  <adec:decorative xmlns:adec="http://schemas.microsoft.com/office/drawing/2017/decorative" val="1"/>
                </a:ext>
              </a:extLst>
            </p:cNvPr>
            <p:cNvGrpSpPr/>
            <p:nvPr userDrawn="1"/>
          </p:nvGrpSpPr>
          <p:grpSpPr>
            <a:xfrm>
              <a:off x="5357600" y="1876768"/>
              <a:ext cx="720300" cy="719400"/>
              <a:chOff x="5357600" y="1382291"/>
              <a:chExt cx="720300" cy="719400"/>
            </a:xfrm>
          </p:grpSpPr>
          <p:sp>
            <p:nvSpPr>
              <p:cNvPr id="138" name="Google Shape;138;p19"/>
              <p:cNvSpPr/>
              <p:nvPr/>
            </p:nvSpPr>
            <p:spPr>
              <a:xfrm>
                <a:off x="5357600" y="1382291"/>
                <a:ext cx="720300" cy="719400"/>
              </a:xfrm>
              <a:prstGeom prst="ellipse">
                <a:avLst/>
              </a:prstGeom>
              <a:solidFill>
                <a:srgbClr val="8661C5">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39" name="Google Shape;139;p19"/>
              <p:cNvSpPr/>
              <p:nvPr/>
            </p:nvSpPr>
            <p:spPr>
              <a:xfrm>
                <a:off x="5479381" y="1504824"/>
                <a:ext cx="477600" cy="476700"/>
              </a:xfrm>
              <a:prstGeom prst="ellipse">
                <a:avLst/>
              </a:prstGeom>
              <a:solidFill>
                <a:srgbClr val="8661C5"/>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grpSp>
      <p:grpSp>
        <p:nvGrpSpPr>
          <p:cNvPr id="8" name="Group 7">
            <a:extLst>
              <a:ext uri="{FF2B5EF4-FFF2-40B4-BE49-F238E27FC236}">
                <a16:creationId xmlns:a16="http://schemas.microsoft.com/office/drawing/2014/main" id="{4722DEE5-5AA0-E252-08EF-A18B4CD34D13}"/>
              </a:ext>
              <a:ext uri="{C183D7F6-B498-43B3-948B-1728B52AA6E4}">
                <adec:decorative xmlns:adec="http://schemas.microsoft.com/office/drawing/2017/decorative" val="1"/>
              </a:ext>
            </a:extLst>
          </p:cNvPr>
          <p:cNvGrpSpPr/>
          <p:nvPr userDrawn="1"/>
        </p:nvGrpSpPr>
        <p:grpSpPr>
          <a:xfrm>
            <a:off x="9143381" y="2502357"/>
            <a:ext cx="3048000" cy="2293163"/>
            <a:chOff x="6857536" y="1876768"/>
            <a:chExt cx="2286000" cy="1719872"/>
          </a:xfrm>
        </p:grpSpPr>
        <p:sp>
          <p:nvSpPr>
            <p:cNvPr id="130" name="Google Shape;130;p19">
              <a:extLst>
                <a:ext uri="{C183D7F6-B498-43B3-948B-1728B52AA6E4}">
                  <adec:decorative xmlns:adec="http://schemas.microsoft.com/office/drawing/2017/decorative" val="1"/>
                </a:ext>
              </a:extLst>
            </p:cNvPr>
            <p:cNvSpPr/>
            <p:nvPr/>
          </p:nvSpPr>
          <p:spPr>
            <a:xfrm>
              <a:off x="6857536" y="2231132"/>
              <a:ext cx="2286000" cy="1365508"/>
            </a:xfrm>
            <a:prstGeom prst="rect">
              <a:avLst/>
            </a:prstGeom>
            <a:gradFill>
              <a:gsLst>
                <a:gs pos="0">
                  <a:srgbClr val="9477E2">
                    <a:alpha val="20000"/>
                  </a:srgbClr>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nvGrpSpPr>
            <p:cNvPr id="4" name="Group 3">
              <a:extLst>
                <a:ext uri="{FF2B5EF4-FFF2-40B4-BE49-F238E27FC236}">
                  <a16:creationId xmlns:a16="http://schemas.microsoft.com/office/drawing/2014/main" id="{0E2775DA-4DCB-AD4E-B04F-182EF29AE8A8}"/>
                </a:ext>
                <a:ext uri="{C183D7F6-B498-43B3-948B-1728B52AA6E4}">
                  <adec:decorative xmlns:adec="http://schemas.microsoft.com/office/drawing/2017/decorative" val="1"/>
                </a:ext>
              </a:extLst>
            </p:cNvPr>
            <p:cNvGrpSpPr/>
            <p:nvPr userDrawn="1"/>
          </p:nvGrpSpPr>
          <p:grpSpPr>
            <a:xfrm>
              <a:off x="7645560" y="1876768"/>
              <a:ext cx="720300" cy="719400"/>
              <a:chOff x="7645560" y="1382291"/>
              <a:chExt cx="720300" cy="719400"/>
            </a:xfrm>
          </p:grpSpPr>
          <p:sp>
            <p:nvSpPr>
              <p:cNvPr id="136" name="Google Shape;136;p19"/>
              <p:cNvSpPr/>
              <p:nvPr/>
            </p:nvSpPr>
            <p:spPr>
              <a:xfrm>
                <a:off x="7645560" y="1382291"/>
                <a:ext cx="720300" cy="719400"/>
              </a:xfrm>
              <a:prstGeom prst="ellipse">
                <a:avLst/>
              </a:prstGeom>
              <a:solidFill>
                <a:srgbClr val="8661C5">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lvl="0" indent="0" algn="ctr">
                  <a:buNone/>
                </a:pPr>
                <a:endParaRPr sz="1067">
                  <a:solidFill>
                    <a:schemeClr val="lt1"/>
                  </a:solidFill>
                  <a:latin typeface="Helvetica" pitchFamily="2" charset="0"/>
                  <a:ea typeface="Calibri"/>
                  <a:cs typeface="Calibri"/>
                  <a:sym typeface="Calibri"/>
                </a:endParaRPr>
              </a:p>
            </p:txBody>
          </p:sp>
          <p:sp>
            <p:nvSpPr>
              <p:cNvPr id="137" name="Google Shape;137;p19"/>
              <p:cNvSpPr/>
              <p:nvPr/>
            </p:nvSpPr>
            <p:spPr>
              <a:xfrm>
                <a:off x="7767340" y="1504824"/>
                <a:ext cx="477600" cy="476700"/>
              </a:xfrm>
              <a:prstGeom prst="ellipse">
                <a:avLst/>
              </a:prstGeom>
              <a:solidFill>
                <a:srgbClr val="8661C5"/>
              </a:solidFill>
              <a:ln>
                <a:noFill/>
              </a:ln>
            </p:spPr>
            <p:txBody>
              <a:bodyPr spcFirstLastPara="1" wrap="square" lIns="42900" tIns="21450" rIns="42900" bIns="21450" anchor="ctr" anchorCtr="0">
                <a:noAutofit/>
              </a:bodyPr>
              <a:lstStyle/>
              <a:p>
                <a:pPr marL="0" lvl="0" indent="0" algn="ctr">
                  <a:buNone/>
                </a:pPr>
                <a:endParaRPr sz="1067">
                  <a:solidFill>
                    <a:schemeClr val="lt1"/>
                  </a:solidFill>
                  <a:latin typeface="Helvetica" pitchFamily="2" charset="0"/>
                  <a:ea typeface="Calibri"/>
                  <a:cs typeface="Calibri"/>
                  <a:sym typeface="Calibri"/>
                </a:endParaRPr>
              </a:p>
            </p:txBody>
          </p:sp>
        </p:grpSp>
      </p:grpSp>
      <p:sp>
        <p:nvSpPr>
          <p:cNvPr id="48" name="Google Shape;122;p18">
            <a:extLst>
              <a:ext uri="{FF2B5EF4-FFF2-40B4-BE49-F238E27FC236}">
                <a16:creationId xmlns:a16="http://schemas.microsoft.com/office/drawing/2014/main" id="{257D24F3-611A-FCC2-A794-C0EA49B74D6D}"/>
              </a:ext>
            </a:extLst>
          </p:cNvPr>
          <p:cNvSpPr>
            <a:spLocks noGrp="1"/>
          </p:cNvSpPr>
          <p:nvPr>
            <p:ph type="pic" idx="30"/>
          </p:nvPr>
        </p:nvSpPr>
        <p:spPr>
          <a:xfrm>
            <a:off x="4328966" y="2745066"/>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53" name="Google Shape;153;p19"/>
          <p:cNvSpPr txBox="1">
            <a:spLocks noGrp="1"/>
          </p:cNvSpPr>
          <p:nvPr>
            <p:ph type="body" idx="17"/>
          </p:nvPr>
        </p:nvSpPr>
        <p:spPr>
          <a:xfrm>
            <a:off x="3596637" y="3472990"/>
            <a:ext cx="1670400" cy="319524"/>
          </a:xfrm>
          <a:prstGeom prst="rect">
            <a:avLst/>
          </a:prstGeom>
        </p:spPr>
        <p:txBody>
          <a:bodyPr spcFirstLastPara="1" wrap="square" lIns="45700" tIns="18275" rIns="45700" bIns="18275" anchor="t" anchorCtr="0">
            <a:noAutofit/>
          </a:bodyPr>
          <a:lstStyle>
            <a:lvl1pPr marL="0" lvl="0" indent="0" rtl="0">
              <a:lnSpc>
                <a:spcPct val="100000"/>
              </a:lnSpc>
              <a:spcBef>
                <a:spcPts val="0"/>
              </a:spcBef>
              <a:spcAft>
                <a:spcPts val="0"/>
              </a:spcAft>
              <a:buSzPts val="800"/>
              <a:buNone/>
              <a:defRPr sz="1333" b="0" i="0">
                <a:solidFill>
                  <a:schemeClr val="bg1"/>
                </a:solidFill>
                <a:latin typeface="Helvetica" pitchFamily="2" charset="0"/>
              </a:defRPr>
            </a:lvl1pPr>
            <a:lvl2pPr marL="1219170" lvl="1" indent="-372524" rtl="0">
              <a:lnSpc>
                <a:spcPct val="100000"/>
              </a:lnSpc>
              <a:spcBef>
                <a:spcPts val="0"/>
              </a:spcBef>
              <a:spcAft>
                <a:spcPts val="0"/>
              </a:spcAft>
              <a:buSzPts val="800"/>
              <a:buChar char="○"/>
              <a:defRPr sz="1067"/>
            </a:lvl2pPr>
            <a:lvl3pPr marL="1828754" lvl="2" indent="-372524" rtl="0">
              <a:lnSpc>
                <a:spcPct val="100000"/>
              </a:lnSpc>
              <a:spcBef>
                <a:spcPts val="0"/>
              </a:spcBef>
              <a:spcAft>
                <a:spcPts val="0"/>
              </a:spcAft>
              <a:buSzPts val="800"/>
              <a:buChar char="■"/>
              <a:defRPr sz="1067"/>
            </a:lvl3pPr>
            <a:lvl4pPr marL="2438339" lvl="3" indent="-372524" rtl="0">
              <a:lnSpc>
                <a:spcPct val="100000"/>
              </a:lnSpc>
              <a:spcBef>
                <a:spcPts val="0"/>
              </a:spcBef>
              <a:spcAft>
                <a:spcPts val="0"/>
              </a:spcAft>
              <a:buSzPts val="800"/>
              <a:buChar char="●"/>
              <a:defRPr sz="1067"/>
            </a:lvl4pPr>
            <a:lvl5pPr marL="3047924" lvl="4" indent="-372524" rtl="0">
              <a:lnSpc>
                <a:spcPct val="100000"/>
              </a:lnSpc>
              <a:spcBef>
                <a:spcPts val="0"/>
              </a:spcBef>
              <a:spcAft>
                <a:spcPts val="0"/>
              </a:spcAft>
              <a:buSzPts val="800"/>
              <a:buChar char="○"/>
              <a:defRPr sz="1067"/>
            </a:lvl5pPr>
            <a:lvl6pPr marL="3657509" lvl="5" indent="-372524" rtl="0">
              <a:lnSpc>
                <a:spcPct val="100000"/>
              </a:lnSpc>
              <a:spcBef>
                <a:spcPts val="0"/>
              </a:spcBef>
              <a:spcAft>
                <a:spcPts val="0"/>
              </a:spcAft>
              <a:buSzPts val="800"/>
              <a:buChar char="■"/>
              <a:defRPr sz="1067"/>
            </a:lvl6pPr>
            <a:lvl7pPr marL="4267093" lvl="6" indent="-372524" rtl="0">
              <a:lnSpc>
                <a:spcPct val="100000"/>
              </a:lnSpc>
              <a:spcBef>
                <a:spcPts val="0"/>
              </a:spcBef>
              <a:spcAft>
                <a:spcPts val="0"/>
              </a:spcAft>
              <a:buSzPts val="800"/>
              <a:buChar char="●"/>
              <a:defRPr sz="1067"/>
            </a:lvl7pPr>
            <a:lvl8pPr marL="4876678" lvl="7" indent="-372524" rtl="0">
              <a:lnSpc>
                <a:spcPct val="100000"/>
              </a:lnSpc>
              <a:spcBef>
                <a:spcPts val="0"/>
              </a:spcBef>
              <a:spcAft>
                <a:spcPts val="0"/>
              </a:spcAft>
              <a:buSzPts val="800"/>
              <a:buChar char="○"/>
              <a:defRPr sz="1067"/>
            </a:lvl8pPr>
            <a:lvl9pPr marL="5486263" lvl="8" indent="-372524" rtl="0">
              <a:lnSpc>
                <a:spcPct val="100000"/>
              </a:lnSpc>
              <a:spcBef>
                <a:spcPts val="0"/>
              </a:spcBef>
              <a:spcAft>
                <a:spcPts val="0"/>
              </a:spcAft>
              <a:buSzPts val="800"/>
              <a:buChar char="■"/>
              <a:defRPr sz="1067"/>
            </a:lvl9pPr>
          </a:lstStyle>
          <a:p>
            <a:endParaRPr/>
          </a:p>
        </p:txBody>
      </p:sp>
      <p:sp>
        <p:nvSpPr>
          <p:cNvPr id="154" name="Google Shape;154;p19"/>
          <p:cNvSpPr txBox="1">
            <a:spLocks noGrp="1"/>
          </p:cNvSpPr>
          <p:nvPr>
            <p:ph type="body" idx="18"/>
          </p:nvPr>
        </p:nvSpPr>
        <p:spPr>
          <a:xfrm>
            <a:off x="3596637" y="3778675"/>
            <a:ext cx="2255600" cy="924911"/>
          </a:xfrm>
          <a:prstGeom prst="rect">
            <a:avLst/>
          </a:prstGeom>
        </p:spPr>
        <p:txBody>
          <a:bodyPr spcFirstLastPara="1" wrap="square" lIns="45700" tIns="18275" rIns="45700" bIns="18275" anchor="t" anchorCtr="0">
            <a:noAutofit/>
          </a:bodyPr>
          <a:lstStyle>
            <a:lvl1pPr marL="0" lvl="0" indent="0" rtl="0">
              <a:spcBef>
                <a:spcPts val="0"/>
              </a:spcBef>
              <a:spcAft>
                <a:spcPts val="0"/>
              </a:spcAft>
              <a:buSzPts val="800"/>
              <a:buNone/>
              <a:defRPr sz="1067"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52" name="Google Shape;129;p19">
            <a:extLst>
              <a:ext uri="{FF2B5EF4-FFF2-40B4-BE49-F238E27FC236}">
                <a16:creationId xmlns:a16="http://schemas.microsoft.com/office/drawing/2014/main" id="{183614BC-81FB-DD41-94B5-38C9366C2FD7}"/>
              </a:ext>
            </a:extLst>
          </p:cNvPr>
          <p:cNvSpPr>
            <a:spLocks noGrp="1"/>
          </p:cNvSpPr>
          <p:nvPr>
            <p:ph type="pic" idx="28"/>
          </p:nvPr>
        </p:nvSpPr>
        <p:spPr>
          <a:xfrm>
            <a:off x="3043533" y="5000075"/>
            <a:ext cx="3043600" cy="1857925"/>
          </a:xfrm>
          <a:prstGeom prst="rect">
            <a:avLst/>
          </a:prstGeom>
          <a:noFill/>
          <a:ln>
            <a:noFill/>
          </a:ln>
        </p:spPr>
        <p:txBody>
          <a:bodyPr anchor="ctr"/>
          <a:lstStyle>
            <a:lvl1pPr marL="0" indent="0" algn="ctr">
              <a:buNone/>
              <a:defRPr b="0" i="0">
                <a:latin typeface="Helvetica" pitchFamily="2" charset="0"/>
              </a:defRPr>
            </a:lvl1pPr>
          </a:lstStyle>
          <a:p>
            <a:endParaRPr lang="en-US"/>
          </a:p>
        </p:txBody>
      </p:sp>
      <p:sp>
        <p:nvSpPr>
          <p:cNvPr id="51" name="Google Shape;129;p19">
            <a:extLst>
              <a:ext uri="{FF2B5EF4-FFF2-40B4-BE49-F238E27FC236}">
                <a16:creationId xmlns:a16="http://schemas.microsoft.com/office/drawing/2014/main" id="{D02644DB-3AB0-6A40-906C-1B97F6BB74DF}"/>
              </a:ext>
            </a:extLst>
          </p:cNvPr>
          <p:cNvSpPr>
            <a:spLocks noGrp="1"/>
          </p:cNvSpPr>
          <p:nvPr>
            <p:ph type="pic" idx="27"/>
          </p:nvPr>
        </p:nvSpPr>
        <p:spPr>
          <a:xfrm>
            <a:off x="6090911" y="1110227"/>
            <a:ext cx="3043600" cy="1853184"/>
          </a:xfrm>
          <a:prstGeom prst="rect">
            <a:avLst/>
          </a:prstGeom>
          <a:noFill/>
          <a:ln>
            <a:noFill/>
          </a:ln>
        </p:spPr>
        <p:txBody>
          <a:bodyPr anchor="ctr"/>
          <a:lstStyle>
            <a:lvl1pPr marL="0" indent="0" algn="ctr">
              <a:buNone/>
              <a:defRPr b="0" i="0">
                <a:latin typeface="Helvetica" pitchFamily="2" charset="0"/>
              </a:defRPr>
            </a:lvl1pPr>
          </a:lstStyle>
          <a:p>
            <a:endParaRPr lang="en-US"/>
          </a:p>
        </p:txBody>
      </p:sp>
      <p:sp>
        <p:nvSpPr>
          <p:cNvPr id="49" name="Google Shape;122;p18">
            <a:extLst>
              <a:ext uri="{FF2B5EF4-FFF2-40B4-BE49-F238E27FC236}">
                <a16:creationId xmlns:a16="http://schemas.microsoft.com/office/drawing/2014/main" id="{8125D358-82E1-5146-9868-59151E4787F5}"/>
              </a:ext>
            </a:extLst>
          </p:cNvPr>
          <p:cNvSpPr>
            <a:spLocks noGrp="1"/>
          </p:cNvSpPr>
          <p:nvPr>
            <p:ph type="pic" idx="25"/>
          </p:nvPr>
        </p:nvSpPr>
        <p:spPr>
          <a:xfrm>
            <a:off x="7385101" y="2743391"/>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55" name="Google Shape;155;p19"/>
          <p:cNvSpPr txBox="1">
            <a:spLocks noGrp="1"/>
          </p:cNvSpPr>
          <p:nvPr>
            <p:ph type="body" idx="19"/>
          </p:nvPr>
        </p:nvSpPr>
        <p:spPr>
          <a:xfrm>
            <a:off x="6547104" y="3472990"/>
            <a:ext cx="1670400" cy="319524"/>
          </a:xfrm>
          <a:prstGeom prst="rect">
            <a:avLst/>
          </a:prstGeom>
        </p:spPr>
        <p:txBody>
          <a:bodyPr spcFirstLastPara="1" wrap="square" lIns="45700" tIns="18275" rIns="45700" bIns="18275" anchor="t" anchorCtr="0">
            <a:noAutofit/>
          </a:bodyPr>
          <a:lstStyle>
            <a:lvl1pPr marL="0" lvl="0" indent="0" rtl="0">
              <a:lnSpc>
                <a:spcPct val="100000"/>
              </a:lnSpc>
              <a:spcBef>
                <a:spcPts val="0"/>
              </a:spcBef>
              <a:spcAft>
                <a:spcPts val="0"/>
              </a:spcAft>
              <a:buSzPts val="800"/>
              <a:buNone/>
              <a:defRPr sz="1333" b="0" i="0">
                <a:solidFill>
                  <a:schemeClr val="bg1"/>
                </a:solidFill>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156" name="Google Shape;156;p19"/>
          <p:cNvSpPr txBox="1">
            <a:spLocks noGrp="1"/>
          </p:cNvSpPr>
          <p:nvPr>
            <p:ph type="body" idx="20"/>
          </p:nvPr>
        </p:nvSpPr>
        <p:spPr>
          <a:xfrm>
            <a:off x="6547104" y="3778675"/>
            <a:ext cx="2255600" cy="924911"/>
          </a:xfrm>
          <a:prstGeom prst="rect">
            <a:avLst/>
          </a:prstGeom>
        </p:spPr>
        <p:txBody>
          <a:bodyPr spcFirstLastPara="1" wrap="square" lIns="45700" tIns="18275" rIns="45700" bIns="18275" anchor="t" anchorCtr="0">
            <a:noAutofit/>
          </a:bodyPr>
          <a:lstStyle>
            <a:lvl1pPr marL="0" lvl="0" indent="0" rtl="0">
              <a:spcBef>
                <a:spcPts val="0"/>
              </a:spcBef>
              <a:spcAft>
                <a:spcPts val="0"/>
              </a:spcAft>
              <a:buSzPts val="800"/>
              <a:buNone/>
              <a:defRPr sz="1067"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50" name="Google Shape;122;p18">
            <a:extLst>
              <a:ext uri="{FF2B5EF4-FFF2-40B4-BE49-F238E27FC236}">
                <a16:creationId xmlns:a16="http://schemas.microsoft.com/office/drawing/2014/main" id="{D612543C-1131-2740-B754-942B3C674732}"/>
              </a:ext>
            </a:extLst>
          </p:cNvPr>
          <p:cNvSpPr>
            <a:spLocks noGrp="1"/>
          </p:cNvSpPr>
          <p:nvPr>
            <p:ph type="pic" idx="26"/>
          </p:nvPr>
        </p:nvSpPr>
        <p:spPr>
          <a:xfrm>
            <a:off x="10435714" y="2743391"/>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57" name="Google Shape;157;p19"/>
          <p:cNvSpPr txBox="1">
            <a:spLocks noGrp="1"/>
          </p:cNvSpPr>
          <p:nvPr>
            <p:ph type="body" idx="21"/>
          </p:nvPr>
        </p:nvSpPr>
        <p:spPr>
          <a:xfrm>
            <a:off x="9595104" y="3472990"/>
            <a:ext cx="1670400" cy="319524"/>
          </a:xfrm>
          <a:prstGeom prst="rect">
            <a:avLst/>
          </a:prstGeom>
        </p:spPr>
        <p:txBody>
          <a:bodyPr spcFirstLastPara="1" wrap="square" lIns="45700" tIns="18275" rIns="45700" bIns="18275" anchor="t" anchorCtr="0">
            <a:noAutofit/>
          </a:bodyPr>
          <a:lstStyle>
            <a:lvl1pPr marL="0" lvl="0" indent="0" rtl="0">
              <a:lnSpc>
                <a:spcPct val="100000"/>
              </a:lnSpc>
              <a:spcBef>
                <a:spcPts val="0"/>
              </a:spcBef>
              <a:spcAft>
                <a:spcPts val="0"/>
              </a:spcAft>
              <a:buSzPts val="800"/>
              <a:buNone/>
              <a:defRPr sz="1333" b="0" i="0">
                <a:solidFill>
                  <a:schemeClr val="bg1"/>
                </a:solidFill>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158" name="Google Shape;158;p19"/>
          <p:cNvSpPr txBox="1">
            <a:spLocks noGrp="1"/>
          </p:cNvSpPr>
          <p:nvPr>
            <p:ph type="body" idx="22"/>
          </p:nvPr>
        </p:nvSpPr>
        <p:spPr>
          <a:xfrm>
            <a:off x="9595104" y="3778675"/>
            <a:ext cx="2255600" cy="924911"/>
          </a:xfrm>
          <a:prstGeom prst="rect">
            <a:avLst/>
          </a:prstGeom>
        </p:spPr>
        <p:txBody>
          <a:bodyPr spcFirstLastPara="1" wrap="square" lIns="45700" tIns="18275" rIns="45700" bIns="18275" anchor="t" anchorCtr="0">
            <a:noAutofit/>
          </a:bodyPr>
          <a:lstStyle>
            <a:lvl1pPr marL="0" lvl="0" indent="0" rtl="0">
              <a:spcBef>
                <a:spcPts val="0"/>
              </a:spcBef>
              <a:spcAft>
                <a:spcPts val="0"/>
              </a:spcAft>
              <a:buSzPts val="800"/>
              <a:buNone/>
              <a:defRPr sz="1067"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53" name="Google Shape;129;p19">
            <a:extLst>
              <a:ext uri="{FF2B5EF4-FFF2-40B4-BE49-F238E27FC236}">
                <a16:creationId xmlns:a16="http://schemas.microsoft.com/office/drawing/2014/main" id="{DE9CF3D8-208C-EF41-A2C5-9CB01676BFCD}"/>
              </a:ext>
            </a:extLst>
          </p:cNvPr>
          <p:cNvSpPr>
            <a:spLocks noGrp="1"/>
          </p:cNvSpPr>
          <p:nvPr>
            <p:ph type="pic" idx="29"/>
          </p:nvPr>
        </p:nvSpPr>
        <p:spPr>
          <a:xfrm>
            <a:off x="9147781" y="5000075"/>
            <a:ext cx="3043600" cy="1857925"/>
          </a:xfrm>
          <a:prstGeom prst="rect">
            <a:avLst/>
          </a:prstGeom>
          <a:noFill/>
          <a:ln>
            <a:noFill/>
          </a:ln>
        </p:spPr>
        <p:txBody>
          <a:bodyPr anchor="ctr"/>
          <a:lstStyle>
            <a:lvl1pPr marL="0" indent="0" algn="ctr">
              <a:buNone/>
              <a:defRPr b="0" i="0">
                <a:latin typeface="Helvetica" pitchFamily="2" charset="0"/>
              </a:defRPr>
            </a:lvl1pPr>
          </a:lstStyle>
          <a:p>
            <a:endParaRPr lang="en-US"/>
          </a:p>
        </p:txBody>
      </p:sp>
      <p:sp>
        <p:nvSpPr>
          <p:cNvPr id="14" name="Google Shape;56;p14">
            <a:extLst>
              <a:ext uri="{FF2B5EF4-FFF2-40B4-BE49-F238E27FC236}">
                <a16:creationId xmlns:a16="http://schemas.microsoft.com/office/drawing/2014/main" id="{2D43528D-256A-B79A-C5D8-F9E8E51432AC}"/>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28103031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Three Features" preserve="1" userDrawn="1">
  <p:cSld name="Three Features">
    <p:spTree>
      <p:nvGrpSpPr>
        <p:cNvPr id="1" name="Shape 159"/>
        <p:cNvGrpSpPr/>
        <p:nvPr/>
      </p:nvGrpSpPr>
      <p:grpSpPr>
        <a:xfrm>
          <a:off x="0" y="0"/>
          <a:ext cx="0" cy="0"/>
          <a:chOff x="0" y="0"/>
          <a:chExt cx="0" cy="0"/>
        </a:xfrm>
      </p:grpSpPr>
      <p:grpSp>
        <p:nvGrpSpPr>
          <p:cNvPr id="3" name="Group 2">
            <a:extLst>
              <a:ext uri="{FF2B5EF4-FFF2-40B4-BE49-F238E27FC236}">
                <a16:creationId xmlns:a16="http://schemas.microsoft.com/office/drawing/2014/main" id="{713EB9D9-6A50-217C-4FBA-3F7BF6C6CB74}"/>
              </a:ext>
              <a:ext uri="{C183D7F6-B498-43B3-948B-1728B52AA6E4}">
                <adec:decorative xmlns:adec="http://schemas.microsoft.com/office/drawing/2017/decorative" val="1"/>
              </a:ext>
            </a:extLst>
          </p:cNvPr>
          <p:cNvGrpSpPr/>
          <p:nvPr userDrawn="1"/>
        </p:nvGrpSpPr>
        <p:grpSpPr>
          <a:xfrm>
            <a:off x="1" y="-1396268"/>
            <a:ext cx="12381657" cy="8254440"/>
            <a:chOff x="0" y="-1047201"/>
            <a:chExt cx="9286243" cy="6190830"/>
          </a:xfrm>
        </p:grpSpPr>
        <p:cxnSp>
          <p:nvCxnSpPr>
            <p:cNvPr id="177" name="Google Shape;177;p20">
              <a:extLst>
                <a:ext uri="{C183D7F6-B498-43B3-948B-1728B52AA6E4}">
                  <adec:decorative xmlns:adec="http://schemas.microsoft.com/office/drawing/2017/decorative" val="1"/>
                </a:ext>
              </a:extLst>
            </p:cNvPr>
            <p:cNvCxnSpPr/>
            <p:nvPr/>
          </p:nvCxnSpPr>
          <p:spPr>
            <a:xfrm>
              <a:off x="836471" y="737356"/>
              <a:ext cx="2070300"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E55E3903-7657-27AD-96AA-DB6E07D9B62F}"/>
                </a:ext>
              </a:extLst>
            </p:cNvPr>
            <p:cNvGrpSpPr/>
            <p:nvPr userDrawn="1"/>
          </p:nvGrpSpPr>
          <p:grpSpPr>
            <a:xfrm>
              <a:off x="0" y="-1047201"/>
              <a:ext cx="9286243" cy="6190830"/>
              <a:chOff x="0" y="-1047201"/>
              <a:chExt cx="9286243" cy="6190830"/>
            </a:xfrm>
          </p:grpSpPr>
          <p:pic>
            <p:nvPicPr>
              <p:cNvPr id="160" name="Google Shape;160;p20">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5523874" y="-1047201"/>
                <a:ext cx="3762369" cy="3762369"/>
              </a:xfrm>
              <a:prstGeom prst="rect">
                <a:avLst/>
              </a:prstGeom>
              <a:noFill/>
              <a:ln>
                <a:noFill/>
              </a:ln>
            </p:spPr>
          </p:pic>
          <p:sp>
            <p:nvSpPr>
              <p:cNvPr id="161" name="Google Shape;161;p20">
                <a:extLst>
                  <a:ext uri="{C183D7F6-B498-43B3-948B-1728B52AA6E4}">
                    <adec:decorative xmlns:adec="http://schemas.microsoft.com/office/drawing/2017/decorative" val="1"/>
                  </a:ext>
                </a:extLst>
              </p:cNvPr>
              <p:cNvSpPr/>
              <p:nvPr/>
            </p:nvSpPr>
            <p:spPr>
              <a:xfrm>
                <a:off x="0" y="3028029"/>
                <a:ext cx="3048000" cy="2115600"/>
              </a:xfrm>
              <a:prstGeom prst="rect">
                <a:avLst/>
              </a:prstGeom>
              <a:gradFill>
                <a:gsLst>
                  <a:gs pos="0">
                    <a:srgbClr val="1F9CF0"/>
                  </a:gs>
                  <a:gs pos="2000">
                    <a:srgbClr val="1F9CF0"/>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62" name="Google Shape;162;p20">
                <a:extLst>
                  <a:ext uri="{C183D7F6-B498-43B3-948B-1728B52AA6E4}">
                    <adec:decorative xmlns:adec="http://schemas.microsoft.com/office/drawing/2017/decorative" val="1"/>
                  </a:ext>
                </a:extLst>
              </p:cNvPr>
              <p:cNvSpPr/>
              <p:nvPr/>
            </p:nvSpPr>
            <p:spPr>
              <a:xfrm>
                <a:off x="3048002" y="3028029"/>
                <a:ext cx="3048000" cy="2115600"/>
              </a:xfrm>
              <a:prstGeom prst="rect">
                <a:avLst/>
              </a:prstGeom>
              <a:gradFill>
                <a:gsLst>
                  <a:gs pos="0">
                    <a:srgbClr val="9477E2">
                      <a:alpha val="20000"/>
                    </a:srgbClr>
                  </a:gs>
                  <a:gs pos="2000">
                    <a:srgbClr val="9477E2">
                      <a:alpha val="20000"/>
                    </a:srgbClr>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63" name="Google Shape;163;p20">
                <a:extLst>
                  <a:ext uri="{C183D7F6-B498-43B3-948B-1728B52AA6E4}">
                    <adec:decorative xmlns:adec="http://schemas.microsoft.com/office/drawing/2017/decorative" val="1"/>
                  </a:ext>
                </a:extLst>
              </p:cNvPr>
              <p:cNvSpPr/>
              <p:nvPr/>
            </p:nvSpPr>
            <p:spPr>
              <a:xfrm>
                <a:off x="6096004" y="3028029"/>
                <a:ext cx="3048000" cy="2115600"/>
              </a:xfrm>
              <a:prstGeom prst="rect">
                <a:avLst/>
              </a:prstGeom>
              <a:gradFill>
                <a:gsLst>
                  <a:gs pos="0">
                    <a:srgbClr val="352559"/>
                  </a:gs>
                  <a:gs pos="2000">
                    <a:srgbClr val="352559"/>
                  </a:gs>
                  <a:gs pos="100000">
                    <a:srgbClr val="9477E2">
                      <a:alpha val="0"/>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nvGrpSpPr>
              <p:cNvPr id="164" name="Google Shape;164;p20">
                <a:extLst>
                  <a:ext uri="{C183D7F6-B498-43B3-948B-1728B52AA6E4}">
                    <adec:decorative xmlns:adec="http://schemas.microsoft.com/office/drawing/2017/decorative" val="1"/>
                  </a:ext>
                </a:extLst>
              </p:cNvPr>
              <p:cNvGrpSpPr/>
              <p:nvPr/>
            </p:nvGrpSpPr>
            <p:grpSpPr>
              <a:xfrm>
                <a:off x="1026526" y="2558754"/>
                <a:ext cx="940705" cy="938664"/>
                <a:chOff x="6104965" y="2265289"/>
                <a:chExt cx="1855800" cy="1855800"/>
              </a:xfrm>
            </p:grpSpPr>
            <p:sp>
              <p:nvSpPr>
                <p:cNvPr id="165" name="Google Shape;165;p20"/>
                <p:cNvSpPr/>
                <p:nvPr/>
              </p:nvSpPr>
              <p:spPr>
                <a:xfrm>
                  <a:off x="6104965" y="2265289"/>
                  <a:ext cx="1855800" cy="1855800"/>
                </a:xfrm>
                <a:prstGeom prst="ellipse">
                  <a:avLst/>
                </a:prstGeom>
                <a:solidFill>
                  <a:srgbClr val="1F9CF0">
                    <a:alpha val="30980"/>
                  </a:srgbClr>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66" name="Google Shape;166;p20"/>
                <p:cNvSpPr/>
                <p:nvPr/>
              </p:nvSpPr>
              <p:spPr>
                <a:xfrm>
                  <a:off x="6326459" y="2482124"/>
                  <a:ext cx="1422000" cy="1422000"/>
                </a:xfrm>
                <a:prstGeom prst="ellipse">
                  <a:avLst/>
                </a:prstGeom>
                <a:solidFill>
                  <a:srgbClr val="1F9CF0">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67" name="Google Shape;167;p20"/>
                <p:cNvSpPr/>
                <p:nvPr/>
              </p:nvSpPr>
              <p:spPr>
                <a:xfrm>
                  <a:off x="6566834" y="2724359"/>
                  <a:ext cx="942600" cy="942600"/>
                </a:xfrm>
                <a:prstGeom prst="ellipse">
                  <a:avLst/>
                </a:prstGeom>
                <a:solidFill>
                  <a:srgbClr val="1F9CF0"/>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pic>
            <p:nvPicPr>
              <p:cNvPr id="168" name="Google Shape;168;p20">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5550356" y="0"/>
                <a:ext cx="3587500" cy="3028029"/>
              </a:xfrm>
              <a:prstGeom prst="rect">
                <a:avLst/>
              </a:prstGeom>
              <a:noFill/>
              <a:ln>
                <a:noFill/>
              </a:ln>
            </p:spPr>
          </p:pic>
          <p:grpSp>
            <p:nvGrpSpPr>
              <p:cNvPr id="169" name="Google Shape;169;p20">
                <a:extLst>
                  <a:ext uri="{C183D7F6-B498-43B3-948B-1728B52AA6E4}">
                    <adec:decorative xmlns:adec="http://schemas.microsoft.com/office/drawing/2017/decorative" val="1"/>
                  </a:ext>
                </a:extLst>
              </p:cNvPr>
              <p:cNvGrpSpPr/>
              <p:nvPr/>
            </p:nvGrpSpPr>
            <p:grpSpPr>
              <a:xfrm>
                <a:off x="4094240" y="2556866"/>
                <a:ext cx="940148" cy="938664"/>
                <a:chOff x="6104965" y="2265289"/>
                <a:chExt cx="1855800" cy="1855800"/>
              </a:xfrm>
            </p:grpSpPr>
            <p:sp>
              <p:nvSpPr>
                <p:cNvPr id="170" name="Google Shape;170;p20"/>
                <p:cNvSpPr/>
                <p:nvPr/>
              </p:nvSpPr>
              <p:spPr>
                <a:xfrm>
                  <a:off x="6104965" y="2265289"/>
                  <a:ext cx="1855800" cy="1855800"/>
                </a:xfrm>
                <a:prstGeom prst="ellipse">
                  <a:avLst/>
                </a:prstGeom>
                <a:solidFill>
                  <a:srgbClr val="9477E2">
                    <a:alpha val="30980"/>
                  </a:srgbClr>
                </a:solidFill>
                <a:ln>
                  <a:noFill/>
                </a:ln>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067" kern="0" spc="0" normalizeH="0" baseline="0">
                    <a:ln>
                      <a:noFill/>
                    </a:ln>
                    <a:solidFill>
                      <a:srgbClr val="FFFFFF"/>
                    </a:solidFill>
                    <a:effectLst/>
                    <a:uLnTx/>
                    <a:uFillTx/>
                    <a:latin typeface="Helvetica" pitchFamily="2" charset="0"/>
                    <a:ea typeface="Calibri"/>
                    <a:cs typeface="Calibri"/>
                    <a:sym typeface="Calibri"/>
                  </a:endParaRPr>
                </a:p>
              </p:txBody>
            </p:sp>
            <p:sp>
              <p:nvSpPr>
                <p:cNvPr id="171" name="Google Shape;171;p20"/>
                <p:cNvSpPr/>
                <p:nvPr/>
              </p:nvSpPr>
              <p:spPr>
                <a:xfrm>
                  <a:off x="6326458" y="2482124"/>
                  <a:ext cx="1422000" cy="1422000"/>
                </a:xfrm>
                <a:prstGeom prst="ellipse">
                  <a:avLst/>
                </a:prstGeom>
                <a:solidFill>
                  <a:srgbClr val="9477E2">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067" kern="0" spc="0" normalizeH="0" baseline="0">
                    <a:ln>
                      <a:noFill/>
                    </a:ln>
                    <a:solidFill>
                      <a:srgbClr val="FFFFFF"/>
                    </a:solidFill>
                    <a:effectLst/>
                    <a:uLnTx/>
                    <a:uFillTx/>
                    <a:latin typeface="Helvetica" pitchFamily="2" charset="0"/>
                    <a:ea typeface="Calibri"/>
                    <a:cs typeface="Calibri"/>
                    <a:sym typeface="Calibri"/>
                  </a:endParaRPr>
                </a:p>
              </p:txBody>
            </p:sp>
            <p:sp>
              <p:nvSpPr>
                <p:cNvPr id="172" name="Google Shape;172;p20"/>
                <p:cNvSpPr/>
                <p:nvPr/>
              </p:nvSpPr>
              <p:spPr>
                <a:xfrm>
                  <a:off x="6566834" y="2724359"/>
                  <a:ext cx="942600" cy="942600"/>
                </a:xfrm>
                <a:prstGeom prst="ellipse">
                  <a:avLst/>
                </a:prstGeom>
                <a:solidFill>
                  <a:srgbClr val="9477E2"/>
                </a:solidFill>
                <a:ln>
                  <a:noFill/>
                </a:ln>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067" kern="0" spc="0" normalizeH="0" baseline="0">
                    <a:ln>
                      <a:noFill/>
                    </a:ln>
                    <a:solidFill>
                      <a:srgbClr val="FFFFFF"/>
                    </a:solidFill>
                    <a:effectLst/>
                    <a:uLnTx/>
                    <a:uFillTx/>
                    <a:latin typeface="Helvetica" pitchFamily="2" charset="0"/>
                    <a:ea typeface="Calibri"/>
                    <a:cs typeface="Calibri"/>
                    <a:sym typeface="Calibri"/>
                  </a:endParaRPr>
                </a:p>
              </p:txBody>
            </p:sp>
          </p:grpSp>
          <p:grpSp>
            <p:nvGrpSpPr>
              <p:cNvPr id="173" name="Google Shape;173;p20">
                <a:extLst>
                  <a:ext uri="{C183D7F6-B498-43B3-948B-1728B52AA6E4}">
                    <adec:decorative xmlns:adec="http://schemas.microsoft.com/office/drawing/2017/decorative" val="1"/>
                  </a:ext>
                </a:extLst>
              </p:cNvPr>
              <p:cNvGrpSpPr/>
              <p:nvPr/>
            </p:nvGrpSpPr>
            <p:grpSpPr>
              <a:xfrm>
                <a:off x="7149441" y="2559599"/>
                <a:ext cx="940148" cy="938664"/>
                <a:chOff x="6104965" y="2265289"/>
                <a:chExt cx="1855800" cy="1855800"/>
              </a:xfrm>
            </p:grpSpPr>
            <p:sp>
              <p:nvSpPr>
                <p:cNvPr id="174" name="Google Shape;174;p20"/>
                <p:cNvSpPr/>
                <p:nvPr/>
              </p:nvSpPr>
              <p:spPr>
                <a:xfrm>
                  <a:off x="6104965" y="2265289"/>
                  <a:ext cx="1855800" cy="1855800"/>
                </a:xfrm>
                <a:prstGeom prst="ellipse">
                  <a:avLst/>
                </a:prstGeom>
                <a:solidFill>
                  <a:srgbClr val="8661C5">
                    <a:alpha val="30980"/>
                  </a:srgbClr>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75" name="Google Shape;175;p20"/>
                <p:cNvSpPr/>
                <p:nvPr/>
              </p:nvSpPr>
              <p:spPr>
                <a:xfrm>
                  <a:off x="6326458" y="2482124"/>
                  <a:ext cx="1422000" cy="1422000"/>
                </a:xfrm>
                <a:prstGeom prst="ellipse">
                  <a:avLst/>
                </a:prstGeom>
                <a:solidFill>
                  <a:srgbClr val="8661C5">
                    <a:alpha val="56860"/>
                  </a:srgbClr>
                </a:solidFill>
                <a:ln>
                  <a:noFill/>
                </a:ln>
                <a:effectLst>
                  <a:outerShdw blurRad="889000" dist="50800" dir="5400000" sx="89000" sy="89000" algn="ctr" rotWithShape="0">
                    <a:srgbClr val="000000">
                      <a:alpha val="4863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176" name="Google Shape;176;p20"/>
                <p:cNvSpPr/>
                <p:nvPr/>
              </p:nvSpPr>
              <p:spPr>
                <a:xfrm>
                  <a:off x="6566834" y="2724359"/>
                  <a:ext cx="942600" cy="942600"/>
                </a:xfrm>
                <a:prstGeom prst="ellipse">
                  <a:avLst/>
                </a:prstGeom>
                <a:solidFill>
                  <a:srgbClr val="8661C5"/>
                </a:soli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grpSp>
      </p:grpSp>
      <p:sp>
        <p:nvSpPr>
          <p:cNvPr id="32" name="Google Shape;120;p18">
            <a:extLst>
              <a:ext uri="{FF2B5EF4-FFF2-40B4-BE49-F238E27FC236}">
                <a16:creationId xmlns:a16="http://schemas.microsoft.com/office/drawing/2014/main" id="{E7A6AB27-0469-C841-892F-B81BA63227CF}"/>
              </a:ext>
            </a:extLst>
          </p:cNvPr>
          <p:cNvSpPr txBox="1">
            <a:spLocks noGrp="1"/>
          </p:cNvSpPr>
          <p:nvPr>
            <p:ph type="title"/>
          </p:nvPr>
        </p:nvSpPr>
        <p:spPr>
          <a:xfrm>
            <a:off x="1060704" y="1243584"/>
            <a:ext cx="4681600" cy="1792400"/>
          </a:xfrm>
          <a:prstGeom prst="rect">
            <a:avLst/>
          </a:prstGeom>
        </p:spPr>
        <p:txBody>
          <a:bodyPr spcFirstLastPara="1" wrap="square" lIns="45700" tIns="18275" rIns="45700" bIns="18275" anchor="t" anchorCtr="0">
            <a:noAutofit/>
          </a:bodyPr>
          <a:lstStyle>
            <a:lvl1pPr lvl="0">
              <a:spcBef>
                <a:spcPts val="0"/>
              </a:spcBef>
              <a:spcAft>
                <a:spcPts val="0"/>
              </a:spcAft>
              <a:buSzPts val="1700"/>
              <a:buNone/>
              <a:defRPr sz="2267" b="0"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9" name="Google Shape;179;p20"/>
          <p:cNvSpPr txBox="1">
            <a:spLocks noGrp="1"/>
          </p:cNvSpPr>
          <p:nvPr>
            <p:ph type="subTitle" idx="1"/>
          </p:nvPr>
        </p:nvSpPr>
        <p:spPr>
          <a:xfrm>
            <a:off x="1072896" y="731520"/>
            <a:ext cx="4035600" cy="207200"/>
          </a:xfrm>
          <a:prstGeom prst="rect">
            <a:avLst/>
          </a:prstGeom>
        </p:spPr>
        <p:txBody>
          <a:bodyPr spcFirstLastPara="1" wrap="square" lIns="45700" tIns="18275" rIns="45700" bIns="18275" anchor="t" anchorCtr="0">
            <a:noAutofit/>
          </a:bodyPr>
          <a:lstStyle>
            <a:lvl1pPr marL="0" lvl="0">
              <a:spcBef>
                <a:spcPts val="0"/>
              </a:spcBef>
              <a:spcAft>
                <a:spcPts val="0"/>
              </a:spcAft>
              <a:buSzPts val="800"/>
              <a:buNone/>
              <a:defRPr sz="1067" b="0" i="0">
                <a:latin typeface="Helvetica" pitchFamily="2" charset="0"/>
              </a:defRPr>
            </a:lvl1pPr>
            <a:lvl2pPr lvl="1">
              <a:spcBef>
                <a:spcPts val="0"/>
              </a:spcBef>
              <a:spcAft>
                <a:spcPts val="0"/>
              </a:spcAft>
              <a:buSzPts val="1000"/>
              <a:buNone/>
              <a:defRPr/>
            </a:lvl2pPr>
            <a:lvl3pPr lvl="2">
              <a:spcBef>
                <a:spcPts val="0"/>
              </a:spcBef>
              <a:spcAft>
                <a:spcPts val="0"/>
              </a:spcAft>
              <a:buSzPts val="1000"/>
              <a:buNone/>
              <a:defRPr/>
            </a:lvl3pPr>
            <a:lvl4pPr lvl="3">
              <a:spcBef>
                <a:spcPts val="0"/>
              </a:spcBef>
              <a:spcAft>
                <a:spcPts val="0"/>
              </a:spcAft>
              <a:buSzPts val="1000"/>
              <a:buNone/>
              <a:defRPr/>
            </a:lvl4pPr>
            <a:lvl5pPr lvl="4">
              <a:spcBef>
                <a:spcPts val="0"/>
              </a:spcBef>
              <a:spcAft>
                <a:spcPts val="0"/>
              </a:spcAft>
              <a:buSzPts val="1000"/>
              <a:buNone/>
              <a:defRPr/>
            </a:lvl5pPr>
            <a:lvl6pPr lvl="5">
              <a:spcBef>
                <a:spcPts val="0"/>
              </a:spcBef>
              <a:spcAft>
                <a:spcPts val="0"/>
              </a:spcAft>
              <a:buSzPts val="1000"/>
              <a:buNone/>
              <a:defRPr/>
            </a:lvl6pPr>
            <a:lvl7pPr lvl="6">
              <a:spcBef>
                <a:spcPts val="0"/>
              </a:spcBef>
              <a:spcAft>
                <a:spcPts val="0"/>
              </a:spcAft>
              <a:buSzPts val="1000"/>
              <a:buNone/>
              <a:defRPr/>
            </a:lvl7pPr>
            <a:lvl8pPr lvl="7">
              <a:spcBef>
                <a:spcPts val="0"/>
              </a:spcBef>
              <a:spcAft>
                <a:spcPts val="0"/>
              </a:spcAft>
              <a:buSzPts val="1000"/>
              <a:buNone/>
              <a:defRPr/>
            </a:lvl8pPr>
            <a:lvl9pPr lvl="8">
              <a:spcBef>
                <a:spcPts val="0"/>
              </a:spcBef>
              <a:spcAft>
                <a:spcPts val="0"/>
              </a:spcAft>
              <a:buSzPts val="1000"/>
              <a:buNone/>
              <a:defRPr/>
            </a:lvl9pPr>
          </a:lstStyle>
          <a:p>
            <a:endParaRPr lang="en-US"/>
          </a:p>
        </p:txBody>
      </p:sp>
      <p:sp>
        <p:nvSpPr>
          <p:cNvPr id="33" name="Google Shape;122;p18">
            <a:extLst>
              <a:ext uri="{FF2B5EF4-FFF2-40B4-BE49-F238E27FC236}">
                <a16:creationId xmlns:a16="http://schemas.microsoft.com/office/drawing/2014/main" id="{CCD79018-57BD-894A-9B47-70A12FA8EE6C}"/>
              </a:ext>
            </a:extLst>
          </p:cNvPr>
          <p:cNvSpPr>
            <a:spLocks noGrp="1"/>
          </p:cNvSpPr>
          <p:nvPr>
            <p:ph type="pic" idx="23"/>
          </p:nvPr>
        </p:nvSpPr>
        <p:spPr>
          <a:xfrm>
            <a:off x="1757271" y="3798882"/>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85" name="Google Shape;185;p20"/>
          <p:cNvSpPr txBox="1">
            <a:spLocks noGrp="1"/>
          </p:cNvSpPr>
          <p:nvPr>
            <p:ph type="body" idx="7"/>
          </p:nvPr>
        </p:nvSpPr>
        <p:spPr>
          <a:xfrm>
            <a:off x="903928" y="4876800"/>
            <a:ext cx="2239696" cy="292800"/>
          </a:xfrm>
          <a:prstGeom prst="rect">
            <a:avLst/>
          </a:prstGeom>
        </p:spPr>
        <p:txBody>
          <a:bodyPr spcFirstLastPara="1" wrap="square" lIns="45700" tIns="18275" rIns="45700" bIns="18275" anchor="t" anchorCtr="0">
            <a:noAutofit/>
          </a:bodyPr>
          <a:lstStyle>
            <a:lvl1pPr marL="0" lvl="0" indent="0" algn="ctr">
              <a:lnSpc>
                <a:spcPct val="100000"/>
              </a:lnSpc>
              <a:spcBef>
                <a:spcPts val="0"/>
              </a:spcBef>
              <a:spcAft>
                <a:spcPts val="0"/>
              </a:spcAft>
              <a:buSzPts val="1100"/>
              <a:buNone/>
              <a:defRPr sz="1467" b="1" i="0">
                <a:solidFill>
                  <a:schemeClr val="bg1"/>
                </a:solidFill>
                <a:latin typeface="Helvetica" pitchFamily="2" charset="0"/>
              </a:defRPr>
            </a:lvl1pPr>
            <a:lvl2pPr marL="1219170" lvl="1" indent="-389457">
              <a:spcBef>
                <a:spcPts val="0"/>
              </a:spcBef>
              <a:spcAft>
                <a:spcPts val="0"/>
              </a:spcAft>
              <a:buSzPts val="1000"/>
              <a:buChar char="○"/>
              <a:defRPr/>
            </a:lvl2pPr>
            <a:lvl3pPr marL="1828754" lvl="2" indent="-389457">
              <a:spcBef>
                <a:spcPts val="0"/>
              </a:spcBef>
              <a:spcAft>
                <a:spcPts val="0"/>
              </a:spcAft>
              <a:buSzPts val="1000"/>
              <a:buChar char="■"/>
              <a:defRPr/>
            </a:lvl3pPr>
            <a:lvl4pPr marL="2438339" lvl="3" indent="-389457">
              <a:spcBef>
                <a:spcPts val="0"/>
              </a:spcBef>
              <a:spcAft>
                <a:spcPts val="0"/>
              </a:spcAft>
              <a:buSzPts val="1000"/>
              <a:buChar char="●"/>
              <a:defRPr/>
            </a:lvl4pPr>
            <a:lvl5pPr marL="3047924" lvl="4" indent="-389457">
              <a:spcBef>
                <a:spcPts val="0"/>
              </a:spcBef>
              <a:spcAft>
                <a:spcPts val="0"/>
              </a:spcAft>
              <a:buSzPts val="1000"/>
              <a:buChar char="○"/>
              <a:defRPr/>
            </a:lvl5pPr>
            <a:lvl6pPr marL="3657509" lvl="5" indent="-389457">
              <a:spcBef>
                <a:spcPts val="0"/>
              </a:spcBef>
              <a:spcAft>
                <a:spcPts val="0"/>
              </a:spcAft>
              <a:buSzPts val="1000"/>
              <a:buChar char="■"/>
              <a:defRPr/>
            </a:lvl6pPr>
            <a:lvl7pPr marL="4267093" lvl="6" indent="-389457">
              <a:spcBef>
                <a:spcPts val="0"/>
              </a:spcBef>
              <a:spcAft>
                <a:spcPts val="0"/>
              </a:spcAft>
              <a:buSzPts val="1000"/>
              <a:buChar char="●"/>
              <a:defRPr/>
            </a:lvl7pPr>
            <a:lvl8pPr marL="4876678" lvl="7" indent="-389457">
              <a:spcBef>
                <a:spcPts val="0"/>
              </a:spcBef>
              <a:spcAft>
                <a:spcPts val="0"/>
              </a:spcAft>
              <a:buSzPts val="1000"/>
              <a:buChar char="○"/>
              <a:defRPr/>
            </a:lvl8pPr>
            <a:lvl9pPr marL="5486263" lvl="8" indent="-389457">
              <a:spcBef>
                <a:spcPts val="0"/>
              </a:spcBef>
              <a:spcAft>
                <a:spcPts val="0"/>
              </a:spcAft>
              <a:buSzPts val="1000"/>
              <a:buChar char="■"/>
              <a:defRPr/>
            </a:lvl9pPr>
          </a:lstStyle>
          <a:p>
            <a:endParaRPr/>
          </a:p>
        </p:txBody>
      </p:sp>
      <p:sp>
        <p:nvSpPr>
          <p:cNvPr id="184" name="Google Shape;184;p20"/>
          <p:cNvSpPr txBox="1">
            <a:spLocks noGrp="1"/>
          </p:cNvSpPr>
          <p:nvPr>
            <p:ph type="body" idx="6"/>
          </p:nvPr>
        </p:nvSpPr>
        <p:spPr>
          <a:xfrm>
            <a:off x="670560" y="5218176"/>
            <a:ext cx="2731200" cy="1085200"/>
          </a:xfrm>
          <a:prstGeom prst="rect">
            <a:avLst/>
          </a:prstGeom>
        </p:spPr>
        <p:txBody>
          <a:bodyPr spcFirstLastPara="1" wrap="square" lIns="45700" tIns="18275" rIns="45700" bIns="18275" anchor="t" anchorCtr="0">
            <a:noAutofit/>
          </a:bodyPr>
          <a:lstStyle>
            <a:lvl1pPr marL="0" lvl="0" indent="0" algn="ctr">
              <a:spcBef>
                <a:spcPts val="0"/>
              </a:spcBef>
              <a:spcAft>
                <a:spcPts val="0"/>
              </a:spcAft>
              <a:buSzPts val="800"/>
              <a:buNone/>
              <a:defRPr sz="1067" b="0" i="0">
                <a:latin typeface="Helvetica" pitchFamily="2" charset="0"/>
              </a:defRPr>
            </a:lvl1pPr>
            <a:lvl2pPr marL="1219170" lvl="1" indent="-372524">
              <a:spcBef>
                <a:spcPts val="0"/>
              </a:spcBef>
              <a:spcAft>
                <a:spcPts val="0"/>
              </a:spcAft>
              <a:buSzPts val="800"/>
              <a:buChar char="○"/>
              <a:defRPr sz="1067"/>
            </a:lvl2pPr>
            <a:lvl3pPr marL="1828754" lvl="2" indent="-372524">
              <a:spcBef>
                <a:spcPts val="0"/>
              </a:spcBef>
              <a:spcAft>
                <a:spcPts val="0"/>
              </a:spcAft>
              <a:buSzPts val="800"/>
              <a:buChar char="■"/>
              <a:defRPr sz="1067"/>
            </a:lvl3pPr>
            <a:lvl4pPr marL="2438339" lvl="3" indent="-372524">
              <a:spcBef>
                <a:spcPts val="0"/>
              </a:spcBef>
              <a:spcAft>
                <a:spcPts val="0"/>
              </a:spcAft>
              <a:buSzPts val="800"/>
              <a:buChar char="●"/>
              <a:defRPr sz="1067"/>
            </a:lvl4pPr>
            <a:lvl5pPr marL="3047924" lvl="4" indent="-372524">
              <a:spcBef>
                <a:spcPts val="0"/>
              </a:spcBef>
              <a:spcAft>
                <a:spcPts val="0"/>
              </a:spcAft>
              <a:buSzPts val="800"/>
              <a:buChar char="○"/>
              <a:defRPr sz="1067"/>
            </a:lvl5pPr>
            <a:lvl6pPr marL="3657509" lvl="5" indent="-372524">
              <a:spcBef>
                <a:spcPts val="0"/>
              </a:spcBef>
              <a:spcAft>
                <a:spcPts val="0"/>
              </a:spcAft>
              <a:buSzPts val="800"/>
              <a:buChar char="■"/>
              <a:defRPr sz="1067"/>
            </a:lvl6pPr>
            <a:lvl7pPr marL="4267093" lvl="6" indent="-372524">
              <a:spcBef>
                <a:spcPts val="0"/>
              </a:spcBef>
              <a:spcAft>
                <a:spcPts val="0"/>
              </a:spcAft>
              <a:buSzPts val="800"/>
              <a:buChar char="●"/>
              <a:defRPr sz="1067"/>
            </a:lvl7pPr>
            <a:lvl8pPr marL="4876678" lvl="7" indent="-372524">
              <a:spcBef>
                <a:spcPts val="0"/>
              </a:spcBef>
              <a:spcAft>
                <a:spcPts val="0"/>
              </a:spcAft>
              <a:buSzPts val="800"/>
              <a:buChar char="○"/>
              <a:defRPr sz="1067"/>
            </a:lvl8pPr>
            <a:lvl9pPr marL="5486263" lvl="8" indent="-372524">
              <a:spcBef>
                <a:spcPts val="0"/>
              </a:spcBef>
              <a:spcAft>
                <a:spcPts val="0"/>
              </a:spcAft>
              <a:buSzPts val="800"/>
              <a:buChar char="■"/>
              <a:defRPr sz="1067"/>
            </a:lvl9pPr>
          </a:lstStyle>
          <a:p>
            <a:endParaRPr/>
          </a:p>
        </p:txBody>
      </p:sp>
      <p:sp>
        <p:nvSpPr>
          <p:cNvPr id="34" name="Google Shape;122;p18">
            <a:extLst>
              <a:ext uri="{FF2B5EF4-FFF2-40B4-BE49-F238E27FC236}">
                <a16:creationId xmlns:a16="http://schemas.microsoft.com/office/drawing/2014/main" id="{3821B06F-3407-5C43-AD89-CD938462AD20}"/>
              </a:ext>
            </a:extLst>
          </p:cNvPr>
          <p:cNvSpPr>
            <a:spLocks noGrp="1"/>
          </p:cNvSpPr>
          <p:nvPr>
            <p:ph type="pic" idx="24"/>
          </p:nvPr>
        </p:nvSpPr>
        <p:spPr>
          <a:xfrm>
            <a:off x="5847186" y="3796365"/>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87" name="Google Shape;187;p20"/>
          <p:cNvSpPr txBox="1">
            <a:spLocks noGrp="1"/>
          </p:cNvSpPr>
          <p:nvPr>
            <p:ph type="body" idx="9"/>
          </p:nvPr>
        </p:nvSpPr>
        <p:spPr>
          <a:xfrm>
            <a:off x="4730112" y="4876800"/>
            <a:ext cx="2731584" cy="292800"/>
          </a:xfrm>
          <a:prstGeom prst="rect">
            <a:avLst/>
          </a:prstGeom>
        </p:spPr>
        <p:txBody>
          <a:bodyPr spcFirstLastPara="1" wrap="square" lIns="45700" tIns="18275" rIns="45700" bIns="18275" anchor="t" anchorCtr="0">
            <a:noAutofit/>
          </a:bodyPr>
          <a:lstStyle>
            <a:lvl1pPr marL="0" lvl="0" indent="0" algn="ctr" rtl="0">
              <a:lnSpc>
                <a:spcPct val="100000"/>
              </a:lnSpc>
              <a:spcBef>
                <a:spcPts val="0"/>
              </a:spcBef>
              <a:spcAft>
                <a:spcPts val="0"/>
              </a:spcAft>
              <a:buSzPts val="1100"/>
              <a:buNone/>
              <a:defRPr sz="1467" b="1" i="0">
                <a:solidFill>
                  <a:schemeClr val="bg1"/>
                </a:solidFill>
                <a:latin typeface="Helvetica" pitchFamily="2" charset="0"/>
              </a:defRPr>
            </a:lvl1pPr>
            <a:lvl2pPr marL="1219170" lvl="1" indent="-389457" rtl="0">
              <a:spcBef>
                <a:spcPts val="0"/>
              </a:spcBef>
              <a:spcAft>
                <a:spcPts val="0"/>
              </a:spcAft>
              <a:buSzPts val="1000"/>
              <a:buChar char="○"/>
              <a:defRPr/>
            </a:lvl2pPr>
            <a:lvl3pPr marL="1828754" lvl="2" indent="-389457" rtl="0">
              <a:spcBef>
                <a:spcPts val="0"/>
              </a:spcBef>
              <a:spcAft>
                <a:spcPts val="0"/>
              </a:spcAft>
              <a:buSzPts val="1000"/>
              <a:buChar char="■"/>
              <a:defRPr/>
            </a:lvl3pPr>
            <a:lvl4pPr marL="2438339" lvl="3" indent="-389457" rtl="0">
              <a:spcBef>
                <a:spcPts val="0"/>
              </a:spcBef>
              <a:spcAft>
                <a:spcPts val="0"/>
              </a:spcAft>
              <a:buSzPts val="1000"/>
              <a:buChar char="●"/>
              <a:defRPr/>
            </a:lvl4pPr>
            <a:lvl5pPr marL="3047924" lvl="4" indent="-389457" rtl="0">
              <a:spcBef>
                <a:spcPts val="0"/>
              </a:spcBef>
              <a:spcAft>
                <a:spcPts val="0"/>
              </a:spcAft>
              <a:buSzPts val="1000"/>
              <a:buChar char="○"/>
              <a:defRPr/>
            </a:lvl5pPr>
            <a:lvl6pPr marL="3657509" lvl="5" indent="-389457" rtl="0">
              <a:spcBef>
                <a:spcPts val="0"/>
              </a:spcBef>
              <a:spcAft>
                <a:spcPts val="0"/>
              </a:spcAft>
              <a:buSzPts val="1000"/>
              <a:buChar char="■"/>
              <a:defRPr/>
            </a:lvl6pPr>
            <a:lvl7pPr marL="4267093" lvl="6" indent="-389457" rtl="0">
              <a:spcBef>
                <a:spcPts val="0"/>
              </a:spcBef>
              <a:spcAft>
                <a:spcPts val="0"/>
              </a:spcAft>
              <a:buSzPts val="1000"/>
              <a:buChar char="●"/>
              <a:defRPr/>
            </a:lvl7pPr>
            <a:lvl8pPr marL="4876678" lvl="7" indent="-389457" rtl="0">
              <a:spcBef>
                <a:spcPts val="0"/>
              </a:spcBef>
              <a:spcAft>
                <a:spcPts val="0"/>
              </a:spcAft>
              <a:buSzPts val="1000"/>
              <a:buChar char="○"/>
              <a:defRPr/>
            </a:lvl8pPr>
            <a:lvl9pPr marL="5486263" lvl="8" indent="-389457" rtl="0">
              <a:spcBef>
                <a:spcPts val="0"/>
              </a:spcBef>
              <a:spcAft>
                <a:spcPts val="0"/>
              </a:spcAft>
              <a:buSzPts val="1000"/>
              <a:buChar char="■"/>
              <a:defRPr/>
            </a:lvl9pPr>
          </a:lstStyle>
          <a:p>
            <a:endParaRPr/>
          </a:p>
        </p:txBody>
      </p:sp>
      <p:sp>
        <p:nvSpPr>
          <p:cNvPr id="186" name="Google Shape;186;p20"/>
          <p:cNvSpPr txBox="1">
            <a:spLocks noGrp="1"/>
          </p:cNvSpPr>
          <p:nvPr>
            <p:ph type="body" idx="8"/>
          </p:nvPr>
        </p:nvSpPr>
        <p:spPr>
          <a:xfrm>
            <a:off x="4730496" y="5218176"/>
            <a:ext cx="2731200" cy="1085200"/>
          </a:xfrm>
          <a:prstGeom prst="rect">
            <a:avLst/>
          </a:prstGeom>
        </p:spPr>
        <p:txBody>
          <a:bodyPr spcFirstLastPara="1" wrap="square" lIns="45700" tIns="18275" rIns="45700" bIns="18275" anchor="t" anchorCtr="0">
            <a:noAutofit/>
          </a:bodyPr>
          <a:lstStyle>
            <a:lvl1pPr marL="0" lvl="0" indent="0" algn="ctr" rtl="0">
              <a:spcBef>
                <a:spcPts val="0"/>
              </a:spcBef>
              <a:spcAft>
                <a:spcPts val="0"/>
              </a:spcAft>
              <a:buSzPts val="800"/>
              <a:buNone/>
              <a:defRPr sz="1067"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35" name="Google Shape;122;p18">
            <a:extLst>
              <a:ext uri="{FF2B5EF4-FFF2-40B4-BE49-F238E27FC236}">
                <a16:creationId xmlns:a16="http://schemas.microsoft.com/office/drawing/2014/main" id="{86A4FF54-90AF-1547-A759-FE79ACB06627}"/>
              </a:ext>
            </a:extLst>
          </p:cNvPr>
          <p:cNvSpPr>
            <a:spLocks noGrp="1"/>
          </p:cNvSpPr>
          <p:nvPr>
            <p:ph type="pic" idx="25"/>
          </p:nvPr>
        </p:nvSpPr>
        <p:spPr>
          <a:xfrm>
            <a:off x="9920787" y="3800008"/>
            <a:ext cx="477135" cy="477135"/>
          </a:xfrm>
          <a:prstGeom prst="ellipse">
            <a:avLst/>
          </a:prstGeom>
          <a:noFill/>
          <a:ln>
            <a:noFill/>
          </a:ln>
        </p:spPr>
        <p:txBody>
          <a:bodyPr lIns="0" tIns="0" rIns="0" bIns="0" anchor="ctr"/>
          <a:lstStyle>
            <a:lvl1pPr marL="0" indent="0" algn="ctr">
              <a:buNone/>
              <a:defRPr sz="400" b="0" i="0">
                <a:latin typeface="Helvetica" pitchFamily="2" charset="0"/>
              </a:defRPr>
            </a:lvl1pPr>
          </a:lstStyle>
          <a:p>
            <a:endParaRPr lang="en-US"/>
          </a:p>
        </p:txBody>
      </p:sp>
      <p:sp>
        <p:nvSpPr>
          <p:cNvPr id="189" name="Google Shape;189;p20"/>
          <p:cNvSpPr txBox="1">
            <a:spLocks noGrp="1"/>
          </p:cNvSpPr>
          <p:nvPr>
            <p:ph type="body" idx="14"/>
          </p:nvPr>
        </p:nvSpPr>
        <p:spPr>
          <a:xfrm>
            <a:off x="8884668" y="4888992"/>
            <a:ext cx="2542344" cy="292800"/>
          </a:xfrm>
          <a:prstGeom prst="rect">
            <a:avLst/>
          </a:prstGeom>
        </p:spPr>
        <p:txBody>
          <a:bodyPr spcFirstLastPara="1" wrap="square" lIns="45700" tIns="18275" rIns="45700" bIns="18275" anchor="t" anchorCtr="0">
            <a:noAutofit/>
          </a:bodyPr>
          <a:lstStyle>
            <a:lvl1pPr marL="0" lvl="0" indent="0" algn="ctr" rtl="0">
              <a:lnSpc>
                <a:spcPct val="100000"/>
              </a:lnSpc>
              <a:spcBef>
                <a:spcPts val="0"/>
              </a:spcBef>
              <a:spcAft>
                <a:spcPts val="0"/>
              </a:spcAft>
              <a:buSzPts val="1100"/>
              <a:buNone/>
              <a:defRPr sz="1467" b="1" i="0">
                <a:solidFill>
                  <a:schemeClr val="bg1"/>
                </a:solidFill>
                <a:latin typeface="Helvetica" pitchFamily="2" charset="0"/>
              </a:defRPr>
            </a:lvl1pPr>
            <a:lvl2pPr marL="1219170" lvl="1" indent="-389457" rtl="0">
              <a:spcBef>
                <a:spcPts val="0"/>
              </a:spcBef>
              <a:spcAft>
                <a:spcPts val="0"/>
              </a:spcAft>
              <a:buSzPts val="1000"/>
              <a:buChar char="○"/>
              <a:defRPr/>
            </a:lvl2pPr>
            <a:lvl3pPr marL="1828754" lvl="2" indent="-389457" rtl="0">
              <a:spcBef>
                <a:spcPts val="0"/>
              </a:spcBef>
              <a:spcAft>
                <a:spcPts val="0"/>
              </a:spcAft>
              <a:buSzPts val="1000"/>
              <a:buChar char="■"/>
              <a:defRPr/>
            </a:lvl3pPr>
            <a:lvl4pPr marL="2438339" lvl="3" indent="-389457" rtl="0">
              <a:spcBef>
                <a:spcPts val="0"/>
              </a:spcBef>
              <a:spcAft>
                <a:spcPts val="0"/>
              </a:spcAft>
              <a:buSzPts val="1000"/>
              <a:buChar char="●"/>
              <a:defRPr/>
            </a:lvl4pPr>
            <a:lvl5pPr marL="3047924" lvl="4" indent="-389457" rtl="0">
              <a:spcBef>
                <a:spcPts val="0"/>
              </a:spcBef>
              <a:spcAft>
                <a:spcPts val="0"/>
              </a:spcAft>
              <a:buSzPts val="1000"/>
              <a:buChar char="○"/>
              <a:defRPr/>
            </a:lvl5pPr>
            <a:lvl6pPr marL="3657509" lvl="5" indent="-389457" rtl="0">
              <a:spcBef>
                <a:spcPts val="0"/>
              </a:spcBef>
              <a:spcAft>
                <a:spcPts val="0"/>
              </a:spcAft>
              <a:buSzPts val="1000"/>
              <a:buChar char="■"/>
              <a:defRPr/>
            </a:lvl6pPr>
            <a:lvl7pPr marL="4267093" lvl="6" indent="-389457" rtl="0">
              <a:spcBef>
                <a:spcPts val="0"/>
              </a:spcBef>
              <a:spcAft>
                <a:spcPts val="0"/>
              </a:spcAft>
              <a:buSzPts val="1000"/>
              <a:buChar char="●"/>
              <a:defRPr/>
            </a:lvl7pPr>
            <a:lvl8pPr marL="4876678" lvl="7" indent="-389457" rtl="0">
              <a:spcBef>
                <a:spcPts val="0"/>
              </a:spcBef>
              <a:spcAft>
                <a:spcPts val="0"/>
              </a:spcAft>
              <a:buSzPts val="1000"/>
              <a:buChar char="○"/>
              <a:defRPr/>
            </a:lvl8pPr>
            <a:lvl9pPr marL="5486263" lvl="8" indent="-389457" rtl="0">
              <a:spcBef>
                <a:spcPts val="0"/>
              </a:spcBef>
              <a:spcAft>
                <a:spcPts val="0"/>
              </a:spcAft>
              <a:buSzPts val="1000"/>
              <a:buChar char="■"/>
              <a:defRPr/>
            </a:lvl9pPr>
          </a:lstStyle>
          <a:p>
            <a:endParaRPr/>
          </a:p>
        </p:txBody>
      </p:sp>
      <p:sp>
        <p:nvSpPr>
          <p:cNvPr id="188" name="Google Shape;188;p20"/>
          <p:cNvSpPr txBox="1">
            <a:spLocks noGrp="1"/>
          </p:cNvSpPr>
          <p:nvPr>
            <p:ph type="body" idx="13"/>
          </p:nvPr>
        </p:nvSpPr>
        <p:spPr>
          <a:xfrm>
            <a:off x="8790227" y="5230368"/>
            <a:ext cx="2731200" cy="1085200"/>
          </a:xfrm>
          <a:prstGeom prst="rect">
            <a:avLst/>
          </a:prstGeom>
        </p:spPr>
        <p:txBody>
          <a:bodyPr spcFirstLastPara="1" wrap="square" lIns="45700" tIns="18275" rIns="45700" bIns="18275" anchor="t" anchorCtr="0">
            <a:noAutofit/>
          </a:bodyPr>
          <a:lstStyle>
            <a:lvl1pPr marL="0" lvl="0" indent="0" algn="ctr" rtl="0">
              <a:spcBef>
                <a:spcPts val="0"/>
              </a:spcBef>
              <a:spcAft>
                <a:spcPts val="0"/>
              </a:spcAft>
              <a:buSzPts val="800"/>
              <a:buNone/>
              <a:defRPr sz="1067" b="0" i="0">
                <a:latin typeface="Helvetica" pitchFamily="2" charset="0"/>
              </a:defRPr>
            </a:lvl1pPr>
            <a:lvl2pPr marL="1219170" lvl="1" indent="-372524" rtl="0">
              <a:spcBef>
                <a:spcPts val="0"/>
              </a:spcBef>
              <a:spcAft>
                <a:spcPts val="0"/>
              </a:spcAft>
              <a:buSzPts val="800"/>
              <a:buChar char="○"/>
              <a:defRPr sz="1067"/>
            </a:lvl2pPr>
            <a:lvl3pPr marL="1828754" lvl="2" indent="-372524" rtl="0">
              <a:spcBef>
                <a:spcPts val="0"/>
              </a:spcBef>
              <a:spcAft>
                <a:spcPts val="0"/>
              </a:spcAft>
              <a:buSzPts val="800"/>
              <a:buChar char="■"/>
              <a:defRPr sz="1067"/>
            </a:lvl3pPr>
            <a:lvl4pPr marL="2438339" lvl="3" indent="-372524" rtl="0">
              <a:spcBef>
                <a:spcPts val="0"/>
              </a:spcBef>
              <a:spcAft>
                <a:spcPts val="0"/>
              </a:spcAft>
              <a:buSzPts val="800"/>
              <a:buChar char="●"/>
              <a:defRPr sz="1067"/>
            </a:lvl4pPr>
            <a:lvl5pPr marL="3047924" lvl="4" indent="-372524" rtl="0">
              <a:spcBef>
                <a:spcPts val="0"/>
              </a:spcBef>
              <a:spcAft>
                <a:spcPts val="0"/>
              </a:spcAft>
              <a:buSzPts val="800"/>
              <a:buChar char="○"/>
              <a:defRPr sz="1067"/>
            </a:lvl5pPr>
            <a:lvl6pPr marL="3657509" lvl="5" indent="-372524" rtl="0">
              <a:spcBef>
                <a:spcPts val="0"/>
              </a:spcBef>
              <a:spcAft>
                <a:spcPts val="0"/>
              </a:spcAft>
              <a:buSzPts val="800"/>
              <a:buChar char="■"/>
              <a:defRPr sz="1067"/>
            </a:lvl6pPr>
            <a:lvl7pPr marL="4267093" lvl="6" indent="-372524" rtl="0">
              <a:spcBef>
                <a:spcPts val="0"/>
              </a:spcBef>
              <a:spcAft>
                <a:spcPts val="0"/>
              </a:spcAft>
              <a:buSzPts val="800"/>
              <a:buChar char="●"/>
              <a:defRPr sz="1067"/>
            </a:lvl7pPr>
            <a:lvl8pPr marL="4876678" lvl="7" indent="-372524" rtl="0">
              <a:spcBef>
                <a:spcPts val="0"/>
              </a:spcBef>
              <a:spcAft>
                <a:spcPts val="0"/>
              </a:spcAft>
              <a:buSzPts val="800"/>
              <a:buChar char="○"/>
              <a:defRPr sz="1067"/>
            </a:lvl8pPr>
            <a:lvl9pPr marL="5486263" lvl="8" indent="-372524" rtl="0">
              <a:spcBef>
                <a:spcPts val="0"/>
              </a:spcBef>
              <a:spcAft>
                <a:spcPts val="0"/>
              </a:spcAft>
              <a:buSzPts val="800"/>
              <a:buChar char="■"/>
              <a:defRPr sz="1067"/>
            </a:lvl9pPr>
          </a:lstStyle>
          <a:p>
            <a:endParaRPr/>
          </a:p>
        </p:txBody>
      </p:sp>
      <p:sp>
        <p:nvSpPr>
          <p:cNvPr id="36" name="Google Shape;268;p27">
            <a:extLst>
              <a:ext uri="{FF2B5EF4-FFF2-40B4-BE49-F238E27FC236}">
                <a16:creationId xmlns:a16="http://schemas.microsoft.com/office/drawing/2014/main" id="{7E4BF4A8-E0B6-8242-AC99-775A759DE1A5}"/>
              </a:ext>
              <a:ext uri="{C183D7F6-B498-43B3-948B-1728B52AA6E4}">
                <adec:decorative xmlns:adec="http://schemas.microsoft.com/office/drawing/2017/decorative" val="1"/>
              </a:ext>
            </a:extLst>
          </p:cNvPr>
          <p:cNvSpPr/>
          <p:nvPr userDrawn="1"/>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4" name="Google Shape;67;p15">
            <a:extLst>
              <a:ext uri="{FF2B5EF4-FFF2-40B4-BE49-F238E27FC236}">
                <a16:creationId xmlns:a16="http://schemas.microsoft.com/office/drawing/2014/main" id="{E61066E1-893A-D804-CFC6-67902A566838}"/>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7" name="Google Shape;56;p14">
            <a:extLst>
              <a:ext uri="{FF2B5EF4-FFF2-40B4-BE49-F238E27FC236}">
                <a16:creationId xmlns:a16="http://schemas.microsoft.com/office/drawing/2014/main" id="{B2CE6A03-0844-7CD5-D669-C7A7C6B57C63}"/>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145839142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Subsection Cover E" preserve="1">
  <p:cSld name="Subsection Cover E">
    <p:spTree>
      <p:nvGrpSpPr>
        <p:cNvPr id="1" name="Shape 190"/>
        <p:cNvGrpSpPr/>
        <p:nvPr/>
      </p:nvGrpSpPr>
      <p:grpSpPr>
        <a:xfrm>
          <a:off x="0" y="0"/>
          <a:ext cx="0" cy="0"/>
          <a:chOff x="0" y="0"/>
          <a:chExt cx="0" cy="0"/>
        </a:xfrm>
      </p:grpSpPr>
      <p:grpSp>
        <p:nvGrpSpPr>
          <p:cNvPr id="2" name="Group 1">
            <a:extLst>
              <a:ext uri="{FF2B5EF4-FFF2-40B4-BE49-F238E27FC236}">
                <a16:creationId xmlns:a16="http://schemas.microsoft.com/office/drawing/2014/main" id="{EAB10C81-7E96-8DBC-D29F-80FF1F4E4FE8}"/>
              </a:ext>
              <a:ext uri="{C183D7F6-B498-43B3-948B-1728B52AA6E4}">
                <adec:decorative xmlns:adec="http://schemas.microsoft.com/office/drawing/2017/decorative" val="1"/>
              </a:ext>
            </a:extLst>
          </p:cNvPr>
          <p:cNvGrpSpPr/>
          <p:nvPr userDrawn="1"/>
        </p:nvGrpSpPr>
        <p:grpSpPr>
          <a:xfrm>
            <a:off x="0" y="-33"/>
            <a:ext cx="14229232" cy="10254376"/>
            <a:chOff x="0" y="-25"/>
            <a:chExt cx="10671924" cy="7690782"/>
          </a:xfrm>
        </p:grpSpPr>
        <p:pic>
          <p:nvPicPr>
            <p:cNvPr id="191" name="Google Shape;191;p21">
              <a:extLst>
                <a:ext uri="{C183D7F6-B498-43B3-948B-1728B52AA6E4}">
                  <adec:decorative xmlns:adec="http://schemas.microsoft.com/office/drawing/2017/decorative" val="1"/>
                </a:ext>
              </a:extLst>
            </p:cNvPr>
            <p:cNvPicPr preferRelativeResize="0"/>
            <p:nvPr/>
          </p:nvPicPr>
          <p:blipFill rotWithShape="1">
            <a:blip r:embed="rId2">
              <a:alphaModFix/>
            </a:blip>
            <a:srcRect l="17695" t="23177" b="8771"/>
            <a:stretch/>
          </p:blipFill>
          <p:spPr>
            <a:xfrm>
              <a:off x="0" y="-25"/>
              <a:ext cx="6961777" cy="5143499"/>
            </a:xfrm>
            <a:prstGeom prst="rect">
              <a:avLst/>
            </a:prstGeom>
            <a:noFill/>
            <a:ln>
              <a:noFill/>
            </a:ln>
          </p:spPr>
        </p:pic>
        <p:pic>
          <p:nvPicPr>
            <p:cNvPr id="192" name="Google Shape;192;p21">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6909555" y="1122319"/>
              <a:ext cx="3762369" cy="3762369"/>
            </a:xfrm>
            <a:prstGeom prst="rect">
              <a:avLst/>
            </a:prstGeom>
            <a:noFill/>
            <a:ln>
              <a:noFill/>
            </a:ln>
          </p:spPr>
        </p:pic>
        <p:pic>
          <p:nvPicPr>
            <p:cNvPr id="193" name="Google Shape;193;p21">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1022198" y="3928388"/>
              <a:ext cx="3762369" cy="3762369"/>
            </a:xfrm>
            <a:prstGeom prst="rect">
              <a:avLst/>
            </a:prstGeom>
            <a:noFill/>
            <a:ln>
              <a:noFill/>
            </a:ln>
          </p:spPr>
        </p:pic>
        <p:sp>
          <p:nvSpPr>
            <p:cNvPr id="194" name="Google Shape;194;p21">
              <a:extLst>
                <a:ext uri="{C183D7F6-B498-43B3-948B-1728B52AA6E4}">
                  <adec:decorative xmlns:adec="http://schemas.microsoft.com/office/drawing/2017/decorative" val="1"/>
                </a:ext>
              </a:extLst>
            </p:cNvPr>
            <p:cNvSpPr/>
            <p:nvPr/>
          </p:nvSpPr>
          <p:spPr>
            <a:xfrm rot="10800000">
              <a:off x="998900" y="-25"/>
              <a:ext cx="73200" cy="31794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cxnSp>
          <p:nvCxnSpPr>
            <p:cNvPr id="195" name="Google Shape;195;p21">
              <a:extLst>
                <a:ext uri="{C183D7F6-B498-43B3-948B-1728B52AA6E4}">
                  <adec:decorative xmlns:adec="http://schemas.microsoft.com/office/drawing/2017/decorative" val="1"/>
                </a:ext>
              </a:extLst>
            </p:cNvPr>
            <p:cNvCxnSpPr/>
            <p:nvPr/>
          </p:nvCxnSpPr>
          <p:spPr>
            <a:xfrm>
              <a:off x="1264320" y="1478529"/>
              <a:ext cx="2070300" cy="0"/>
            </a:xfrm>
            <a:prstGeom prst="straightConnector1">
              <a:avLst/>
            </a:prstGeom>
            <a:noFill/>
            <a:ln w="12700" cap="flat" cmpd="sng">
              <a:solidFill>
                <a:schemeClr val="lt1"/>
              </a:solidFill>
              <a:prstDash val="solid"/>
              <a:miter lim="800000"/>
              <a:headEnd type="none" w="sm" len="sm"/>
              <a:tailEnd type="none" w="sm" len="sm"/>
            </a:ln>
          </p:spPr>
        </p:cxnSp>
      </p:grpSp>
      <p:sp>
        <p:nvSpPr>
          <p:cNvPr id="196" name="Google Shape;196;p21"/>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97" name="Google Shape;197;p21"/>
          <p:cNvSpPr txBox="1">
            <a:spLocks noGrp="1"/>
          </p:cNvSpPr>
          <p:nvPr>
            <p:ph type="subTitle" idx="1"/>
          </p:nvPr>
        </p:nvSpPr>
        <p:spPr>
          <a:xfrm>
            <a:off x="1633728" y="1344000"/>
            <a:ext cx="5364400" cy="582272"/>
          </a:xfrm>
          <a:prstGeom prst="rect">
            <a:avLst/>
          </a:prstGeom>
        </p:spPr>
        <p:txBody>
          <a:bodyPr spcFirstLastPara="1" wrap="square" lIns="45700" tIns="18275" rIns="45700" bIns="18275" anchor="b" anchorCtr="0">
            <a:noAutofit/>
          </a:bodyPr>
          <a:lstStyle>
            <a:lvl1pPr>
              <a:defRPr sz="2133" dirty="0">
                <a:solidFill>
                  <a:schemeClr val="lt1"/>
                </a:solidFill>
              </a:defRPr>
            </a:lvl1pPr>
          </a:lstStyle>
          <a:p>
            <a:pPr marL="0" lvl="0">
              <a:buClr>
                <a:schemeClr val="lt1"/>
              </a:buClr>
              <a:buSzPts val="800"/>
              <a:buNone/>
            </a:pPr>
            <a:endParaRPr/>
          </a:p>
        </p:txBody>
      </p:sp>
    </p:spTree>
    <p:extLst>
      <p:ext uri="{BB962C8B-B14F-4D97-AF65-F5344CB8AC3E}">
        <p14:creationId xmlns:p14="http://schemas.microsoft.com/office/powerpoint/2010/main" val="377339220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Subsection Cover F" preserve="1" userDrawn="1">
  <p:cSld name="Subsection Cover F">
    <p:spTree>
      <p:nvGrpSpPr>
        <p:cNvPr id="1" name="Shape 198"/>
        <p:cNvGrpSpPr/>
        <p:nvPr/>
      </p:nvGrpSpPr>
      <p:grpSpPr>
        <a:xfrm>
          <a:off x="0" y="0"/>
          <a:ext cx="0" cy="0"/>
          <a:chOff x="0" y="0"/>
          <a:chExt cx="0" cy="0"/>
        </a:xfrm>
      </p:grpSpPr>
      <p:grpSp>
        <p:nvGrpSpPr>
          <p:cNvPr id="2" name="Group 1">
            <a:extLst>
              <a:ext uri="{FF2B5EF4-FFF2-40B4-BE49-F238E27FC236}">
                <a16:creationId xmlns:a16="http://schemas.microsoft.com/office/drawing/2014/main" id="{48916E6B-130A-702E-A467-CC8CFED680EA}"/>
              </a:ext>
              <a:ext uri="{C183D7F6-B498-43B3-948B-1728B52AA6E4}">
                <adec:decorative xmlns:adec="http://schemas.microsoft.com/office/drawing/2017/decorative" val="1"/>
              </a:ext>
            </a:extLst>
          </p:cNvPr>
          <p:cNvGrpSpPr/>
          <p:nvPr userDrawn="1"/>
        </p:nvGrpSpPr>
        <p:grpSpPr>
          <a:xfrm>
            <a:off x="-1555011" y="-1630733"/>
            <a:ext cx="15784244" cy="11885076"/>
            <a:chOff x="-1166259" y="-1223050"/>
            <a:chExt cx="11838183" cy="8913807"/>
          </a:xfrm>
        </p:grpSpPr>
        <p:pic>
          <p:nvPicPr>
            <p:cNvPr id="199" name="Google Shape;199;p22">
              <a:extLst>
                <a:ext uri="{C183D7F6-B498-43B3-948B-1728B52AA6E4}">
                  <adec:decorative xmlns:adec="http://schemas.microsoft.com/office/drawing/2017/decorative" val="1"/>
                </a:ext>
              </a:extLst>
            </p:cNvPr>
            <p:cNvPicPr preferRelativeResize="0"/>
            <p:nvPr/>
          </p:nvPicPr>
          <p:blipFill>
            <a:blip r:embed="rId2">
              <a:alphaModFix/>
            </a:blip>
            <a:stretch>
              <a:fillRect/>
            </a:stretch>
          </p:blipFill>
          <p:spPr>
            <a:xfrm>
              <a:off x="-1166259" y="-1223050"/>
              <a:ext cx="5138468" cy="5143501"/>
            </a:xfrm>
            <a:prstGeom prst="rect">
              <a:avLst/>
            </a:prstGeom>
            <a:noFill/>
            <a:ln>
              <a:noFill/>
            </a:ln>
          </p:spPr>
        </p:pic>
        <p:sp>
          <p:nvSpPr>
            <p:cNvPr id="200" name="Google Shape;200;p22">
              <a:extLst>
                <a:ext uri="{C183D7F6-B498-43B3-948B-1728B52AA6E4}">
                  <adec:decorative xmlns:adec="http://schemas.microsoft.com/office/drawing/2017/decorative" val="1"/>
                </a:ext>
              </a:extLst>
            </p:cNvPr>
            <p:cNvSpPr/>
            <p:nvPr/>
          </p:nvSpPr>
          <p:spPr>
            <a:xfrm>
              <a:off x="-331227" y="647439"/>
              <a:ext cx="6414300" cy="6404400"/>
            </a:xfrm>
            <a:prstGeom prst="ellipse">
              <a:avLst/>
            </a:prstGeom>
            <a:gradFill>
              <a:gsLst>
                <a:gs pos="0">
                  <a:srgbClr val="1F9CF0"/>
                </a:gs>
                <a:gs pos="72000">
                  <a:srgbClr val="007ACC">
                    <a:alpha val="23529"/>
                  </a:srgbClr>
                </a:gs>
                <a:gs pos="100000">
                  <a:srgbClr val="007ACC">
                    <a:alpha val="23529"/>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pic>
          <p:nvPicPr>
            <p:cNvPr id="201" name="Google Shape;201;p22">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6909555" y="1122319"/>
              <a:ext cx="3762369" cy="3762369"/>
            </a:xfrm>
            <a:prstGeom prst="rect">
              <a:avLst/>
            </a:prstGeom>
            <a:noFill/>
            <a:ln>
              <a:noFill/>
            </a:ln>
          </p:spPr>
        </p:pic>
        <p:pic>
          <p:nvPicPr>
            <p:cNvPr id="202" name="Google Shape;202;p22">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1022198" y="3928388"/>
              <a:ext cx="3762369" cy="3762369"/>
            </a:xfrm>
            <a:prstGeom prst="rect">
              <a:avLst/>
            </a:prstGeom>
            <a:noFill/>
            <a:ln>
              <a:noFill/>
            </a:ln>
          </p:spPr>
        </p:pic>
        <p:sp>
          <p:nvSpPr>
            <p:cNvPr id="203" name="Google Shape;203;p22">
              <a:extLst>
                <a:ext uri="{C183D7F6-B498-43B3-948B-1728B52AA6E4}">
                  <adec:decorative xmlns:adec="http://schemas.microsoft.com/office/drawing/2017/decorative" val="1"/>
                </a:ext>
              </a:extLst>
            </p:cNvPr>
            <p:cNvSpPr/>
            <p:nvPr/>
          </p:nvSpPr>
          <p:spPr>
            <a:xfrm>
              <a:off x="-345041" y="230188"/>
              <a:ext cx="1103700" cy="1102200"/>
            </a:xfrm>
            <a:prstGeom prst="ellipse">
              <a:avLst/>
            </a:prstGeom>
            <a:gradFill>
              <a:gsLst>
                <a:gs pos="0">
                  <a:srgbClr val="D59DFF">
                    <a:alpha val="21960"/>
                  </a:srgbClr>
                </a:gs>
                <a:gs pos="100000">
                  <a:srgbClr val="161828">
                    <a:alpha val="55294"/>
                  </a:srgbClr>
                </a:gs>
              </a:gsLst>
              <a:path path="circle">
                <a:fillToRect l="50000" t="50000" r="50000" b="50000"/>
              </a:path>
              <a:tileRect/>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pic>
          <p:nvPicPr>
            <p:cNvPr id="204" name="Google Shape;204;p22">
              <a:extLst>
                <a:ext uri="{C183D7F6-B498-43B3-948B-1728B52AA6E4}">
                  <adec:decorative xmlns:adec="http://schemas.microsoft.com/office/drawing/2017/decorative" val="1"/>
                </a:ext>
              </a:extLst>
            </p:cNvPr>
            <p:cNvPicPr preferRelativeResize="0"/>
            <p:nvPr/>
          </p:nvPicPr>
          <p:blipFill>
            <a:blip r:embed="rId4">
              <a:alphaModFix/>
            </a:blip>
            <a:stretch>
              <a:fillRect/>
            </a:stretch>
          </p:blipFill>
          <p:spPr>
            <a:xfrm>
              <a:off x="4744082" y="2640400"/>
              <a:ext cx="1610051" cy="1985751"/>
            </a:xfrm>
            <a:prstGeom prst="rect">
              <a:avLst/>
            </a:prstGeom>
            <a:noFill/>
            <a:ln>
              <a:noFill/>
            </a:ln>
          </p:spPr>
        </p:pic>
        <p:sp>
          <p:nvSpPr>
            <p:cNvPr id="205" name="Google Shape;205;p22">
              <a:extLst>
                <a:ext uri="{C183D7F6-B498-43B3-948B-1728B52AA6E4}">
                  <adec:decorative xmlns:adec="http://schemas.microsoft.com/office/drawing/2017/decorative" val="1"/>
                </a:ext>
              </a:extLst>
            </p:cNvPr>
            <p:cNvSpPr/>
            <p:nvPr/>
          </p:nvSpPr>
          <p:spPr>
            <a:xfrm rot="10800000">
              <a:off x="998900" y="100"/>
              <a:ext cx="73200" cy="3409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cxnSp>
          <p:nvCxnSpPr>
            <p:cNvPr id="206" name="Google Shape;206;p22">
              <a:extLst>
                <a:ext uri="{C183D7F6-B498-43B3-948B-1728B52AA6E4}">
                  <adec:decorative xmlns:adec="http://schemas.microsoft.com/office/drawing/2017/decorative" val="1"/>
                </a:ext>
              </a:extLst>
            </p:cNvPr>
            <p:cNvCxnSpPr/>
            <p:nvPr/>
          </p:nvCxnSpPr>
          <p:spPr>
            <a:xfrm>
              <a:off x="1264320" y="1478529"/>
              <a:ext cx="2070300" cy="0"/>
            </a:xfrm>
            <a:prstGeom prst="straightConnector1">
              <a:avLst/>
            </a:prstGeom>
            <a:noFill/>
            <a:ln w="12700" cap="flat" cmpd="sng">
              <a:solidFill>
                <a:schemeClr val="lt1"/>
              </a:solidFill>
              <a:prstDash val="solid"/>
              <a:miter lim="800000"/>
              <a:headEnd type="none" w="sm" len="sm"/>
              <a:tailEnd type="none" w="sm" len="sm"/>
            </a:ln>
          </p:spPr>
        </p:cxnSp>
      </p:grpSp>
      <p:sp>
        <p:nvSpPr>
          <p:cNvPr id="12" name="Google Shape;196;p21">
            <a:extLst>
              <a:ext uri="{FF2B5EF4-FFF2-40B4-BE49-F238E27FC236}">
                <a16:creationId xmlns:a16="http://schemas.microsoft.com/office/drawing/2014/main" id="{21617290-5BA6-E043-927A-954A333996EA}"/>
              </a:ext>
            </a:extLst>
          </p:cNvPr>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 name="Google Shape;197;p21">
            <a:extLst>
              <a:ext uri="{FF2B5EF4-FFF2-40B4-BE49-F238E27FC236}">
                <a16:creationId xmlns:a16="http://schemas.microsoft.com/office/drawing/2014/main" id="{2198EE9C-6D95-BE49-B93E-3C11A582D724}"/>
              </a:ext>
            </a:extLst>
          </p:cNvPr>
          <p:cNvSpPr txBox="1">
            <a:spLocks noGrp="1"/>
          </p:cNvSpPr>
          <p:nvPr>
            <p:ph type="subTitle" idx="1"/>
          </p:nvPr>
        </p:nvSpPr>
        <p:spPr>
          <a:xfrm>
            <a:off x="1633727" y="1143000"/>
            <a:ext cx="5364399" cy="783272"/>
          </a:xfrm>
          <a:prstGeom prst="rect">
            <a:avLst/>
          </a:prstGeom>
        </p:spPr>
        <p:txBody>
          <a:bodyPr spcFirstLastPara="1" wrap="square" lIns="45700" tIns="18275" rIns="45700" bIns="18275" anchor="b" anchorCtr="0">
            <a:noAutofit/>
          </a:bodyPr>
          <a:lstStyle>
            <a:lvl1pPr>
              <a:defRPr sz="2133" dirty="0">
                <a:solidFill>
                  <a:schemeClr val="lt1"/>
                </a:solidFill>
              </a:defRPr>
            </a:lvl1pPr>
          </a:lstStyle>
          <a:p>
            <a:pPr marL="0" lvl="0">
              <a:buClr>
                <a:schemeClr val="lt1"/>
              </a:buClr>
              <a:buSzPts val="800"/>
              <a:buNone/>
            </a:pPr>
            <a:endParaRPr/>
          </a:p>
        </p:txBody>
      </p:sp>
    </p:spTree>
    <p:extLst>
      <p:ext uri="{BB962C8B-B14F-4D97-AF65-F5344CB8AC3E}">
        <p14:creationId xmlns:p14="http://schemas.microsoft.com/office/powerpoint/2010/main" val="155718228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Subsection Cover D" preserve="1" userDrawn="1">
  <p:cSld name="Subsection Cover D">
    <p:spTree>
      <p:nvGrpSpPr>
        <p:cNvPr id="1" name="Shape 209"/>
        <p:cNvGrpSpPr/>
        <p:nvPr/>
      </p:nvGrpSpPr>
      <p:grpSpPr>
        <a:xfrm>
          <a:off x="0" y="0"/>
          <a:ext cx="0" cy="0"/>
          <a:chOff x="0" y="0"/>
          <a:chExt cx="0" cy="0"/>
        </a:xfrm>
      </p:grpSpPr>
      <p:grpSp>
        <p:nvGrpSpPr>
          <p:cNvPr id="2" name="Group 1">
            <a:extLst>
              <a:ext uri="{FF2B5EF4-FFF2-40B4-BE49-F238E27FC236}">
                <a16:creationId xmlns:a16="http://schemas.microsoft.com/office/drawing/2014/main" id="{12FD604D-9926-8834-9CD8-C9BCCDD13420}"/>
              </a:ext>
              <a:ext uri="{C183D7F6-B498-43B3-948B-1728B52AA6E4}">
                <adec:decorative xmlns:adec="http://schemas.microsoft.com/office/drawing/2017/decorative" val="1"/>
              </a:ext>
            </a:extLst>
          </p:cNvPr>
          <p:cNvGrpSpPr/>
          <p:nvPr userDrawn="1"/>
        </p:nvGrpSpPr>
        <p:grpSpPr>
          <a:xfrm>
            <a:off x="-2846384" y="-840650"/>
            <a:ext cx="17075616" cy="11094993"/>
            <a:chOff x="-2134788" y="-630488"/>
            <a:chExt cx="12806712" cy="8321245"/>
          </a:xfrm>
        </p:grpSpPr>
        <p:sp>
          <p:nvSpPr>
            <p:cNvPr id="210" name="Google Shape;210;p23">
              <a:extLst>
                <a:ext uri="{C183D7F6-B498-43B3-948B-1728B52AA6E4}">
                  <adec:decorative xmlns:adec="http://schemas.microsoft.com/office/drawing/2017/decorative" val="1"/>
                </a:ext>
              </a:extLst>
            </p:cNvPr>
            <p:cNvSpPr/>
            <p:nvPr/>
          </p:nvSpPr>
          <p:spPr>
            <a:xfrm>
              <a:off x="-2134788" y="232333"/>
              <a:ext cx="6089700" cy="6080400"/>
            </a:xfrm>
            <a:prstGeom prst="ellipse">
              <a:avLst/>
            </a:prstGeom>
            <a:gradFill>
              <a:gsLst>
                <a:gs pos="0">
                  <a:srgbClr val="8661C5">
                    <a:alpha val="0"/>
                  </a:srgbClr>
                </a:gs>
                <a:gs pos="100000">
                  <a:srgbClr val="161828"/>
                </a:gs>
              </a:gsLst>
              <a:path path="circle">
                <a:fillToRect l="50000" t="50000" r="50000" b="50000"/>
              </a:path>
              <a:tileRect/>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11" name="Google Shape;211;p23">
              <a:extLst>
                <a:ext uri="{C183D7F6-B498-43B3-948B-1728B52AA6E4}">
                  <adec:decorative xmlns:adec="http://schemas.microsoft.com/office/drawing/2017/decorative" val="1"/>
                </a:ext>
              </a:extLst>
            </p:cNvPr>
            <p:cNvSpPr/>
            <p:nvPr/>
          </p:nvSpPr>
          <p:spPr>
            <a:xfrm>
              <a:off x="-331227" y="-630488"/>
              <a:ext cx="6414300" cy="6404400"/>
            </a:xfrm>
            <a:prstGeom prst="ellipse">
              <a:avLst/>
            </a:prstGeom>
            <a:gradFill>
              <a:gsLst>
                <a:gs pos="0">
                  <a:schemeClr val="accent4"/>
                </a:gs>
                <a:gs pos="72000">
                  <a:srgbClr val="9477E2">
                    <a:alpha val="50196"/>
                  </a:srgbClr>
                </a:gs>
                <a:gs pos="100000">
                  <a:srgbClr val="9477E2">
                    <a:alpha val="50196"/>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pic>
          <p:nvPicPr>
            <p:cNvPr id="212" name="Google Shape;212;p23">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6909555" y="1122319"/>
              <a:ext cx="3762369" cy="3762369"/>
            </a:xfrm>
            <a:prstGeom prst="rect">
              <a:avLst/>
            </a:prstGeom>
            <a:noFill/>
            <a:ln>
              <a:noFill/>
            </a:ln>
          </p:spPr>
        </p:pic>
        <p:sp>
          <p:nvSpPr>
            <p:cNvPr id="213" name="Google Shape;213;p23">
              <a:extLst>
                <a:ext uri="{C183D7F6-B498-43B3-948B-1728B52AA6E4}">
                  <adec:decorative xmlns:adec="http://schemas.microsoft.com/office/drawing/2017/decorative" val="1"/>
                </a:ext>
              </a:extLst>
            </p:cNvPr>
            <p:cNvSpPr/>
            <p:nvPr/>
          </p:nvSpPr>
          <p:spPr>
            <a:xfrm>
              <a:off x="4894296" y="370372"/>
              <a:ext cx="1612500" cy="1609800"/>
            </a:xfrm>
            <a:prstGeom prst="ellipse">
              <a:avLst/>
            </a:prstGeom>
            <a:gradFill>
              <a:gsLst>
                <a:gs pos="0">
                  <a:srgbClr val="8661C5">
                    <a:alpha val="0"/>
                  </a:srgbClr>
                </a:gs>
                <a:gs pos="100000">
                  <a:srgbClr val="161828"/>
                </a:gs>
              </a:gsLst>
              <a:path path="circle">
                <a:fillToRect l="50000" t="50000" r="50000" b="50000"/>
              </a:path>
              <a:tileRect/>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pic>
          <p:nvPicPr>
            <p:cNvPr id="214" name="Google Shape;214;p23">
              <a:extLst>
                <a:ext uri="{C183D7F6-B498-43B3-948B-1728B52AA6E4}">
                  <adec:decorative xmlns:adec="http://schemas.microsoft.com/office/drawing/2017/decorative" val="1"/>
                </a:ext>
              </a:extLst>
            </p:cNvPr>
            <p:cNvPicPr preferRelativeResize="0"/>
            <p:nvPr/>
          </p:nvPicPr>
          <p:blipFill rotWithShape="1">
            <a:blip r:embed="rId2">
              <a:alphaModFix amt="30000"/>
            </a:blip>
            <a:srcRect/>
            <a:stretch/>
          </p:blipFill>
          <p:spPr>
            <a:xfrm>
              <a:off x="1022198" y="3928388"/>
              <a:ext cx="3762369" cy="3762369"/>
            </a:xfrm>
            <a:prstGeom prst="rect">
              <a:avLst/>
            </a:prstGeom>
            <a:noFill/>
            <a:ln>
              <a:noFill/>
            </a:ln>
          </p:spPr>
        </p:pic>
        <p:sp>
          <p:nvSpPr>
            <p:cNvPr id="215" name="Google Shape;215;p23">
              <a:extLst>
                <a:ext uri="{C183D7F6-B498-43B3-948B-1728B52AA6E4}">
                  <adec:decorative xmlns:adec="http://schemas.microsoft.com/office/drawing/2017/decorative" val="1"/>
                </a:ext>
              </a:extLst>
            </p:cNvPr>
            <p:cNvSpPr/>
            <p:nvPr/>
          </p:nvSpPr>
          <p:spPr>
            <a:xfrm>
              <a:off x="4175884" y="292420"/>
              <a:ext cx="608700" cy="607800"/>
            </a:xfrm>
            <a:prstGeom prst="ellipse">
              <a:avLst/>
            </a:prstGeom>
            <a:gradFill>
              <a:gsLst>
                <a:gs pos="0">
                  <a:srgbClr val="007ACC">
                    <a:alpha val="14901"/>
                  </a:srgbClr>
                </a:gs>
                <a:gs pos="100000">
                  <a:srgbClr val="1F9CF0"/>
                </a:gs>
              </a:gsLst>
              <a:path path="circle">
                <a:fillToRect l="50000" t="50000" r="50000" b="50000"/>
              </a:path>
              <a:tileRect/>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16" name="Google Shape;216;p23">
              <a:extLst>
                <a:ext uri="{C183D7F6-B498-43B3-948B-1728B52AA6E4}">
                  <adec:decorative xmlns:adec="http://schemas.microsoft.com/office/drawing/2017/decorative" val="1"/>
                </a:ext>
              </a:extLst>
            </p:cNvPr>
            <p:cNvSpPr/>
            <p:nvPr/>
          </p:nvSpPr>
          <p:spPr>
            <a:xfrm rot="10800000">
              <a:off x="998900" y="100"/>
              <a:ext cx="73200" cy="34095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cxnSp>
          <p:nvCxnSpPr>
            <p:cNvPr id="217" name="Google Shape;217;p23">
              <a:extLst>
                <a:ext uri="{C183D7F6-B498-43B3-948B-1728B52AA6E4}">
                  <adec:decorative xmlns:adec="http://schemas.microsoft.com/office/drawing/2017/decorative" val="1"/>
                </a:ext>
              </a:extLst>
            </p:cNvPr>
            <p:cNvCxnSpPr/>
            <p:nvPr/>
          </p:nvCxnSpPr>
          <p:spPr>
            <a:xfrm>
              <a:off x="1264320" y="1478529"/>
              <a:ext cx="2070300" cy="0"/>
            </a:xfrm>
            <a:prstGeom prst="straightConnector1">
              <a:avLst/>
            </a:prstGeom>
            <a:noFill/>
            <a:ln w="12700" cap="flat" cmpd="sng">
              <a:solidFill>
                <a:schemeClr val="lt1"/>
              </a:solidFill>
              <a:prstDash val="solid"/>
              <a:miter lim="800000"/>
              <a:headEnd type="none" w="sm" len="sm"/>
              <a:tailEnd type="none" w="sm" len="sm"/>
            </a:ln>
          </p:spPr>
        </p:cxnSp>
      </p:grpSp>
      <p:sp>
        <p:nvSpPr>
          <p:cNvPr id="12" name="Google Shape;196;p21">
            <a:extLst>
              <a:ext uri="{FF2B5EF4-FFF2-40B4-BE49-F238E27FC236}">
                <a16:creationId xmlns:a16="http://schemas.microsoft.com/office/drawing/2014/main" id="{0D5A692D-5E2C-3545-9A63-90E5192CEDE4}"/>
              </a:ext>
            </a:extLst>
          </p:cNvPr>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 name="Google Shape;197;p21">
            <a:extLst>
              <a:ext uri="{FF2B5EF4-FFF2-40B4-BE49-F238E27FC236}">
                <a16:creationId xmlns:a16="http://schemas.microsoft.com/office/drawing/2014/main" id="{50A9DFC3-AEA3-C846-8DCB-4FA6A6FC54E9}"/>
              </a:ext>
            </a:extLst>
          </p:cNvPr>
          <p:cNvSpPr txBox="1">
            <a:spLocks noGrp="1"/>
          </p:cNvSpPr>
          <p:nvPr>
            <p:ph type="subTitle" idx="1"/>
          </p:nvPr>
        </p:nvSpPr>
        <p:spPr>
          <a:xfrm>
            <a:off x="1633728" y="1200293"/>
            <a:ext cx="5364400" cy="725980"/>
          </a:xfrm>
          <a:prstGeom prst="rect">
            <a:avLst/>
          </a:prstGeom>
        </p:spPr>
        <p:txBody>
          <a:bodyPr spcFirstLastPara="1" wrap="square" lIns="45700" tIns="18275" rIns="45700" bIns="18275" anchor="b" anchorCtr="0">
            <a:noAutofit/>
          </a:bodyPr>
          <a:lstStyle>
            <a:lvl1pPr marL="0" lvl="0" rtl="0">
              <a:lnSpc>
                <a:spcPct val="100000"/>
              </a:lnSpc>
              <a:spcBef>
                <a:spcPts val="0"/>
              </a:spcBef>
              <a:spcAft>
                <a:spcPts val="0"/>
              </a:spcAft>
              <a:buClr>
                <a:schemeClr val="lt1"/>
              </a:buClr>
              <a:buSzPts val="800"/>
              <a:buNone/>
              <a:defRPr sz="2133" b="0" i="0">
                <a:solidFill>
                  <a:schemeClr val="lt1"/>
                </a:solidFill>
                <a:latin typeface="Helvetica" pitchFamily="2" charset="0"/>
              </a:defRPr>
            </a:lvl1pPr>
            <a:lvl2pPr lvl="1" rtl="0">
              <a:spcBef>
                <a:spcPts val="0"/>
              </a:spcBef>
              <a:spcAft>
                <a:spcPts val="0"/>
              </a:spcAft>
              <a:buSzPts val="1000"/>
              <a:buNone/>
              <a:defRPr/>
            </a:lvl2pPr>
            <a:lvl3pPr lvl="2" rtl="0">
              <a:spcBef>
                <a:spcPts val="0"/>
              </a:spcBef>
              <a:spcAft>
                <a:spcPts val="0"/>
              </a:spcAft>
              <a:buSzPts val="1000"/>
              <a:buNone/>
              <a:defRPr/>
            </a:lvl3pPr>
            <a:lvl4pPr lvl="3" rtl="0">
              <a:spcBef>
                <a:spcPts val="0"/>
              </a:spcBef>
              <a:spcAft>
                <a:spcPts val="0"/>
              </a:spcAft>
              <a:buSzPts val="1000"/>
              <a:buNone/>
              <a:defRPr/>
            </a:lvl4pPr>
            <a:lvl5pPr lvl="4" rtl="0">
              <a:spcBef>
                <a:spcPts val="0"/>
              </a:spcBef>
              <a:spcAft>
                <a:spcPts val="0"/>
              </a:spcAft>
              <a:buSzPts val="1000"/>
              <a:buNone/>
              <a:defRPr/>
            </a:lvl5pPr>
            <a:lvl6pPr lvl="5" rtl="0">
              <a:spcBef>
                <a:spcPts val="0"/>
              </a:spcBef>
              <a:spcAft>
                <a:spcPts val="0"/>
              </a:spcAft>
              <a:buSzPts val="1000"/>
              <a:buNone/>
              <a:defRPr/>
            </a:lvl6pPr>
            <a:lvl7pPr lvl="6" rtl="0">
              <a:spcBef>
                <a:spcPts val="0"/>
              </a:spcBef>
              <a:spcAft>
                <a:spcPts val="0"/>
              </a:spcAft>
              <a:buSzPts val="1000"/>
              <a:buNone/>
              <a:defRPr/>
            </a:lvl7pPr>
            <a:lvl8pPr lvl="7" rtl="0">
              <a:spcBef>
                <a:spcPts val="0"/>
              </a:spcBef>
              <a:spcAft>
                <a:spcPts val="0"/>
              </a:spcAft>
              <a:buSzPts val="1000"/>
              <a:buNone/>
              <a:defRPr/>
            </a:lvl8pPr>
            <a:lvl9pPr lvl="8" rtl="0">
              <a:spcBef>
                <a:spcPts val="0"/>
              </a:spcBef>
              <a:spcAft>
                <a:spcPts val="0"/>
              </a:spcAft>
              <a:buSzPts val="1000"/>
              <a:buNone/>
              <a:defRPr/>
            </a:lvl9pPr>
          </a:lstStyle>
          <a:p>
            <a:endParaRPr/>
          </a:p>
        </p:txBody>
      </p:sp>
    </p:spTree>
    <p:extLst>
      <p:ext uri="{BB962C8B-B14F-4D97-AF65-F5344CB8AC3E}">
        <p14:creationId xmlns:p14="http://schemas.microsoft.com/office/powerpoint/2010/main" val="25023459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Subsection Cover A" preserve="1" userDrawn="1">
  <p:cSld name="Subsection Cover A">
    <p:spTree>
      <p:nvGrpSpPr>
        <p:cNvPr id="1" name="Shape 220"/>
        <p:cNvGrpSpPr/>
        <p:nvPr/>
      </p:nvGrpSpPr>
      <p:grpSpPr>
        <a:xfrm>
          <a:off x="0" y="0"/>
          <a:ext cx="0" cy="0"/>
          <a:chOff x="0" y="0"/>
          <a:chExt cx="0" cy="0"/>
        </a:xfrm>
      </p:grpSpPr>
      <p:cxnSp>
        <p:nvCxnSpPr>
          <p:cNvPr id="3" name="Google Shape;67;p15">
            <a:extLst>
              <a:ext uri="{FF2B5EF4-FFF2-40B4-BE49-F238E27FC236}">
                <a16:creationId xmlns:a16="http://schemas.microsoft.com/office/drawing/2014/main" id="{86E285BC-2CED-9881-227F-4B436A535649}"/>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860C5A5C-CF9A-B033-D286-24B1068EA90E}"/>
              </a:ext>
              <a:ext uri="{C183D7F6-B498-43B3-948B-1728B52AA6E4}">
                <adec:decorative xmlns:adec="http://schemas.microsoft.com/office/drawing/2017/decorative" val="1"/>
              </a:ext>
            </a:extLst>
          </p:cNvPr>
          <p:cNvGrpSpPr/>
          <p:nvPr userDrawn="1"/>
        </p:nvGrpSpPr>
        <p:grpSpPr>
          <a:xfrm>
            <a:off x="-4218440" y="1"/>
            <a:ext cx="16410440" cy="6858001"/>
            <a:chOff x="-3163830" y="0"/>
            <a:chExt cx="12307830" cy="5143501"/>
          </a:xfrm>
        </p:grpSpPr>
        <p:pic>
          <p:nvPicPr>
            <p:cNvPr id="221" name="Google Shape;221;p24">
              <a:extLst>
                <a:ext uri="{C183D7F6-B498-43B3-948B-1728B52AA6E4}">
                  <adec:decorative xmlns:adec="http://schemas.microsoft.com/office/drawing/2017/decorative" val="1"/>
                </a:ext>
              </a:extLst>
            </p:cNvPr>
            <p:cNvPicPr preferRelativeResize="0"/>
            <p:nvPr/>
          </p:nvPicPr>
          <p:blipFill rotWithShape="1">
            <a:blip r:embed="rId2">
              <a:alphaModFix/>
            </a:blip>
            <a:srcRect/>
            <a:stretch/>
          </p:blipFill>
          <p:spPr>
            <a:xfrm>
              <a:off x="2820700" y="0"/>
              <a:ext cx="6323300" cy="5143501"/>
            </a:xfrm>
            <a:prstGeom prst="rect">
              <a:avLst/>
            </a:prstGeom>
            <a:noFill/>
            <a:ln>
              <a:noFill/>
            </a:ln>
          </p:spPr>
        </p:pic>
        <p:pic>
          <p:nvPicPr>
            <p:cNvPr id="222" name="Google Shape;222;p24">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3163830" y="690565"/>
              <a:ext cx="3762369" cy="3762369"/>
            </a:xfrm>
            <a:prstGeom prst="rect">
              <a:avLst/>
            </a:prstGeom>
            <a:noFill/>
            <a:ln>
              <a:noFill/>
            </a:ln>
          </p:spPr>
        </p:pic>
        <p:cxnSp>
          <p:nvCxnSpPr>
            <p:cNvPr id="223" name="Google Shape;223;p24">
              <a:extLst>
                <a:ext uri="{C183D7F6-B498-43B3-948B-1728B52AA6E4}">
                  <adec:decorative xmlns:adec="http://schemas.microsoft.com/office/drawing/2017/decorative" val="1"/>
                </a:ext>
              </a:extLst>
            </p:cNvPr>
            <p:cNvCxnSpPr/>
            <p:nvPr/>
          </p:nvCxnSpPr>
          <p:spPr>
            <a:xfrm>
              <a:off x="1264320" y="1478529"/>
              <a:ext cx="2070300" cy="0"/>
            </a:xfrm>
            <a:prstGeom prst="straightConnector1">
              <a:avLst/>
            </a:prstGeom>
            <a:noFill/>
            <a:ln w="12700" cap="flat" cmpd="sng">
              <a:solidFill>
                <a:schemeClr val="lt1"/>
              </a:solidFill>
              <a:prstDash val="solid"/>
              <a:miter lim="800000"/>
              <a:headEnd type="none" w="sm" len="sm"/>
              <a:tailEnd type="none" w="sm" len="sm"/>
            </a:ln>
          </p:spPr>
        </p:cxnSp>
        <p:sp>
          <p:nvSpPr>
            <p:cNvPr id="224" name="Google Shape;224;p24">
              <a:extLst>
                <a:ext uri="{C183D7F6-B498-43B3-948B-1728B52AA6E4}">
                  <adec:decorative xmlns:adec="http://schemas.microsoft.com/office/drawing/2017/decorative" val="1"/>
                </a:ext>
              </a:extLst>
            </p:cNvPr>
            <p:cNvSpPr/>
            <p:nvPr/>
          </p:nvSpPr>
          <p:spPr>
            <a:xfrm rot="10800000">
              <a:off x="998900" y="50"/>
              <a:ext cx="73200" cy="3394500"/>
            </a:xfrm>
            <a:prstGeom prst="rect">
              <a:avLst/>
            </a:prstGeom>
            <a:gradFill>
              <a:gsLst>
                <a:gs pos="0">
                  <a:srgbClr val="D59DFF"/>
                </a:gs>
                <a:gs pos="100000">
                  <a:srgbClr val="28AFEA"/>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grpSp>
      <p:sp>
        <p:nvSpPr>
          <p:cNvPr id="8" name="Google Shape;196;p21">
            <a:extLst>
              <a:ext uri="{FF2B5EF4-FFF2-40B4-BE49-F238E27FC236}">
                <a16:creationId xmlns:a16="http://schemas.microsoft.com/office/drawing/2014/main" id="{DD23A2E5-7DF9-3E42-8FF7-1F52FA94B039}"/>
              </a:ext>
            </a:extLst>
          </p:cNvPr>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sz="4400" b="1" i="0">
                <a:latin typeface="+mn-lt"/>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9" name="Google Shape;197;p21">
            <a:extLst>
              <a:ext uri="{FF2B5EF4-FFF2-40B4-BE49-F238E27FC236}">
                <a16:creationId xmlns:a16="http://schemas.microsoft.com/office/drawing/2014/main" id="{E86E1330-9ED2-2645-B516-145C6EB98F8A}"/>
              </a:ext>
            </a:extLst>
          </p:cNvPr>
          <p:cNvSpPr txBox="1">
            <a:spLocks noGrp="1"/>
          </p:cNvSpPr>
          <p:nvPr>
            <p:ph type="subTitle" idx="1"/>
          </p:nvPr>
        </p:nvSpPr>
        <p:spPr>
          <a:xfrm>
            <a:off x="1633728" y="1193800"/>
            <a:ext cx="5364400" cy="732472"/>
          </a:xfrm>
          <a:prstGeom prst="rect">
            <a:avLst/>
          </a:prstGeom>
        </p:spPr>
        <p:txBody>
          <a:bodyPr spcFirstLastPara="1" wrap="square" lIns="45700" tIns="18275" rIns="45700" bIns="18275" anchor="b" anchorCtr="0">
            <a:noAutofit/>
          </a:bodyPr>
          <a:lstStyle>
            <a:lvl1pPr>
              <a:defRPr sz="2133">
                <a:solidFill>
                  <a:schemeClr val="lt1"/>
                </a:solidFill>
              </a:defRPr>
            </a:lvl1pPr>
          </a:lstStyle>
          <a:p>
            <a:pPr marL="0" lvl="0">
              <a:buClr>
                <a:schemeClr val="lt1"/>
              </a:buClr>
              <a:buSzPts val="800"/>
              <a:buNone/>
            </a:pPr>
            <a:endParaRPr/>
          </a:p>
        </p:txBody>
      </p:sp>
      <p:sp>
        <p:nvSpPr>
          <p:cNvPr id="6" name="Google Shape;56;p14">
            <a:extLst>
              <a:ext uri="{FF2B5EF4-FFF2-40B4-BE49-F238E27FC236}">
                <a16:creationId xmlns:a16="http://schemas.microsoft.com/office/drawing/2014/main" id="{0AAE0695-BE84-E1BB-F880-0280B9FA2F2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244785288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Subsection Cover C" preserve="1" userDrawn="1">
  <p:cSld name="Subsection Cover C">
    <p:spTree>
      <p:nvGrpSpPr>
        <p:cNvPr id="1" name="Shape 605"/>
        <p:cNvGrpSpPr/>
        <p:nvPr/>
      </p:nvGrpSpPr>
      <p:grpSpPr>
        <a:xfrm>
          <a:off x="0" y="0"/>
          <a:ext cx="0" cy="0"/>
          <a:chOff x="0" y="0"/>
          <a:chExt cx="0" cy="0"/>
        </a:xfrm>
      </p:grpSpPr>
      <p:cxnSp>
        <p:nvCxnSpPr>
          <p:cNvPr id="3" name="Google Shape;67;p15">
            <a:extLst>
              <a:ext uri="{FF2B5EF4-FFF2-40B4-BE49-F238E27FC236}">
                <a16:creationId xmlns:a16="http://schemas.microsoft.com/office/drawing/2014/main" id="{D194C61F-12CC-AB41-079A-DF8C352241C3}"/>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6EDDDB32-C31D-CB0C-9C98-E26065D274CE}"/>
              </a:ext>
              <a:ext uri="{C183D7F6-B498-43B3-948B-1728B52AA6E4}">
                <adec:decorative xmlns:adec="http://schemas.microsoft.com/office/drawing/2017/decorative" val="1"/>
              </a:ext>
            </a:extLst>
          </p:cNvPr>
          <p:cNvGrpSpPr/>
          <p:nvPr userDrawn="1"/>
        </p:nvGrpSpPr>
        <p:grpSpPr>
          <a:xfrm>
            <a:off x="-4218439" y="0"/>
            <a:ext cx="16397484" cy="6858003"/>
            <a:chOff x="-3163830" y="0"/>
            <a:chExt cx="12298113" cy="5143502"/>
          </a:xfrm>
        </p:grpSpPr>
        <p:sp>
          <p:nvSpPr>
            <p:cNvPr id="608" name="Google Shape;608;p40">
              <a:extLst>
                <a:ext uri="{C183D7F6-B498-43B3-948B-1728B52AA6E4}">
                  <adec:decorative xmlns:adec="http://schemas.microsoft.com/office/drawing/2017/decorative" val="1"/>
                </a:ext>
              </a:extLst>
            </p:cNvPr>
            <p:cNvSpPr/>
            <p:nvPr/>
          </p:nvSpPr>
          <p:spPr>
            <a:xfrm>
              <a:off x="5450166" y="4900823"/>
              <a:ext cx="3595800" cy="124800"/>
            </a:xfrm>
            <a:prstGeom prst="rect">
              <a:avLst/>
            </a:prstGeom>
            <a:noFill/>
            <a:ln>
              <a:noFill/>
            </a:ln>
          </p:spPr>
          <p:txBody>
            <a:bodyPr spcFirstLastPara="1" wrap="square" lIns="42900" tIns="21450" rIns="42900" bIns="2145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609" name="Google Shape;609;p40">
              <a:extLst>
                <a:ext uri="{C183D7F6-B498-43B3-948B-1728B52AA6E4}">
                  <adec:decorative xmlns:adec="http://schemas.microsoft.com/office/drawing/2017/decorative" val="1"/>
                </a:ext>
              </a:extLst>
            </p:cNvPr>
            <p:cNvCxnSpPr/>
            <p:nvPr/>
          </p:nvCxnSpPr>
          <p:spPr>
            <a:xfrm>
              <a:off x="1264320" y="1478529"/>
              <a:ext cx="2070300" cy="0"/>
            </a:xfrm>
            <a:prstGeom prst="straightConnector1">
              <a:avLst/>
            </a:prstGeom>
            <a:noFill/>
            <a:ln w="12700" cap="flat" cmpd="sng">
              <a:solidFill>
                <a:schemeClr val="lt1"/>
              </a:solidFill>
              <a:prstDash val="solid"/>
              <a:miter lim="800000"/>
              <a:headEnd type="none" w="sm" len="sm"/>
              <a:tailEnd type="none" w="sm" len="sm"/>
            </a:ln>
          </p:spPr>
        </p:cxnSp>
        <p:pic>
          <p:nvPicPr>
            <p:cNvPr id="610" name="Google Shape;610;p40">
              <a:extLst>
                <a:ext uri="{C183D7F6-B498-43B3-948B-1728B52AA6E4}">
                  <adec:decorative xmlns:adec="http://schemas.microsoft.com/office/drawing/2017/decorative" val="1"/>
                </a:ext>
              </a:extLst>
            </p:cNvPr>
            <p:cNvPicPr preferRelativeResize="0"/>
            <p:nvPr/>
          </p:nvPicPr>
          <p:blipFill rotWithShape="1">
            <a:blip r:embed="rId2">
              <a:alphaModFix/>
            </a:blip>
            <a:srcRect t="901" r="941"/>
            <a:stretch/>
          </p:blipFill>
          <p:spPr>
            <a:xfrm>
              <a:off x="2858495" y="0"/>
              <a:ext cx="6275788" cy="5143502"/>
            </a:xfrm>
            <a:prstGeom prst="rect">
              <a:avLst/>
            </a:prstGeom>
            <a:noFill/>
            <a:ln>
              <a:noFill/>
            </a:ln>
          </p:spPr>
        </p:pic>
        <p:pic>
          <p:nvPicPr>
            <p:cNvPr id="611" name="Google Shape;611;p40">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3163830" y="690565"/>
              <a:ext cx="3762369" cy="3762369"/>
            </a:xfrm>
            <a:prstGeom prst="rect">
              <a:avLst/>
            </a:prstGeom>
            <a:noFill/>
            <a:ln>
              <a:noFill/>
            </a:ln>
          </p:spPr>
        </p:pic>
        <p:sp>
          <p:nvSpPr>
            <p:cNvPr id="614" name="Google Shape;614;p40">
              <a:extLst>
                <a:ext uri="{C183D7F6-B498-43B3-948B-1728B52AA6E4}">
                  <adec:decorative xmlns:adec="http://schemas.microsoft.com/office/drawing/2017/decorative" val="1"/>
                </a:ext>
              </a:extLst>
            </p:cNvPr>
            <p:cNvSpPr/>
            <p:nvPr/>
          </p:nvSpPr>
          <p:spPr>
            <a:xfrm rot="10800000">
              <a:off x="998900" y="250"/>
              <a:ext cx="73200" cy="3401700"/>
            </a:xfrm>
            <a:prstGeom prst="rect">
              <a:avLst/>
            </a:prstGeom>
            <a:gradFill>
              <a:gsLst>
                <a:gs pos="0">
                  <a:srgbClr val="D59DFF"/>
                </a:gs>
                <a:gs pos="100000">
                  <a:srgbClr val="28AFEA"/>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b="0" i="0">
                <a:latin typeface="Helvetica" pitchFamily="2" charset="0"/>
              </a:endParaRPr>
            </a:p>
          </p:txBody>
        </p:sp>
      </p:grpSp>
      <p:sp>
        <p:nvSpPr>
          <p:cNvPr id="11" name="Google Shape;196;p21">
            <a:extLst>
              <a:ext uri="{FF2B5EF4-FFF2-40B4-BE49-F238E27FC236}">
                <a16:creationId xmlns:a16="http://schemas.microsoft.com/office/drawing/2014/main" id="{6FAE51A8-BD8E-3E44-B52C-3D0D2FEA3A8F}"/>
              </a:ext>
            </a:extLst>
          </p:cNvPr>
          <p:cNvSpPr txBox="1">
            <a:spLocks noGrp="1"/>
          </p:cNvSpPr>
          <p:nvPr>
            <p:ph type="title"/>
          </p:nvPr>
        </p:nvSpPr>
        <p:spPr>
          <a:xfrm>
            <a:off x="1633733" y="2293867"/>
            <a:ext cx="5364400" cy="2936800"/>
          </a:xfrm>
          <a:prstGeom prst="rect">
            <a:avLst/>
          </a:prstGeom>
        </p:spPr>
        <p:txBody>
          <a:bodyPr spcFirstLastPara="1" wrap="square" lIns="45700" tIns="18275" rIns="45700" bIns="18275" anchor="t" anchorCtr="0">
            <a:noAutofit/>
          </a:bodyPr>
          <a:lstStyle>
            <a:lvl1pPr lvl="0" rtl="0">
              <a:spcBef>
                <a:spcPts val="0"/>
              </a:spcBef>
              <a:spcAft>
                <a:spcPts val="0"/>
              </a:spcAft>
              <a:buSzPts val="3400"/>
              <a:buNone/>
              <a:defRPr b="1" i="0">
                <a:latin typeface="Helvetica" pitchFamily="2" charset="0"/>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 name="Google Shape;197;p21">
            <a:extLst>
              <a:ext uri="{FF2B5EF4-FFF2-40B4-BE49-F238E27FC236}">
                <a16:creationId xmlns:a16="http://schemas.microsoft.com/office/drawing/2014/main" id="{7547AEDB-C4CC-B049-8D2A-220A88AC2505}"/>
              </a:ext>
            </a:extLst>
          </p:cNvPr>
          <p:cNvSpPr txBox="1">
            <a:spLocks noGrp="1"/>
          </p:cNvSpPr>
          <p:nvPr>
            <p:ph type="subTitle" idx="1"/>
          </p:nvPr>
        </p:nvSpPr>
        <p:spPr>
          <a:xfrm>
            <a:off x="1633728" y="1257603"/>
            <a:ext cx="5364400" cy="668669"/>
          </a:xfrm>
          <a:prstGeom prst="rect">
            <a:avLst/>
          </a:prstGeom>
        </p:spPr>
        <p:txBody>
          <a:bodyPr spcFirstLastPara="1" wrap="square" lIns="45700" tIns="18275" rIns="45700" bIns="18275" anchor="b" anchorCtr="0">
            <a:noAutofit/>
          </a:bodyPr>
          <a:lstStyle>
            <a:lvl1pPr>
              <a:defRPr lang="en-US" sz="2133">
                <a:solidFill>
                  <a:schemeClr val="lt1"/>
                </a:solidFill>
              </a:defRPr>
            </a:lvl1pPr>
          </a:lstStyle>
          <a:p>
            <a:pPr marL="0" lvl="0">
              <a:buClr>
                <a:schemeClr val="lt1"/>
              </a:buClr>
              <a:buSzPts val="800"/>
              <a:buNone/>
            </a:pPr>
            <a:endParaRPr lang="en-US"/>
          </a:p>
        </p:txBody>
      </p:sp>
      <p:sp>
        <p:nvSpPr>
          <p:cNvPr id="6" name="Google Shape;56;p14">
            <a:extLst>
              <a:ext uri="{FF2B5EF4-FFF2-40B4-BE49-F238E27FC236}">
                <a16:creationId xmlns:a16="http://schemas.microsoft.com/office/drawing/2014/main" id="{A69E55D6-FA39-B83F-8630-6224B54E6EC6}"/>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13959005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matchingName="People-LinkedIn (4)" preserve="1" userDrawn="1">
  <p:cSld name="People-LinkedIn (4)">
    <p:spTree>
      <p:nvGrpSpPr>
        <p:cNvPr id="1" name="Shape 227"/>
        <p:cNvGrpSpPr/>
        <p:nvPr/>
      </p:nvGrpSpPr>
      <p:grpSpPr>
        <a:xfrm>
          <a:off x="0" y="0"/>
          <a:ext cx="0" cy="0"/>
          <a:chOff x="0" y="0"/>
          <a:chExt cx="0" cy="0"/>
        </a:xfrm>
      </p:grpSpPr>
      <p:cxnSp>
        <p:nvCxnSpPr>
          <p:cNvPr id="3" name="Google Shape;67;p15">
            <a:extLst>
              <a:ext uri="{FF2B5EF4-FFF2-40B4-BE49-F238E27FC236}">
                <a16:creationId xmlns:a16="http://schemas.microsoft.com/office/drawing/2014/main" id="{3C7B52D9-D729-FC45-6AFF-DBD4CD2FDF13}"/>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9BE78F2B-7ADC-0958-7AA6-24B6884E1F92}"/>
              </a:ext>
              <a:ext uri="{C183D7F6-B498-43B3-948B-1728B52AA6E4}">
                <adec:decorative xmlns:adec="http://schemas.microsoft.com/office/drawing/2017/decorative" val="1"/>
              </a:ext>
            </a:extLst>
          </p:cNvPr>
          <p:cNvGrpSpPr/>
          <p:nvPr userDrawn="1"/>
        </p:nvGrpSpPr>
        <p:grpSpPr>
          <a:xfrm>
            <a:off x="-4353397" y="1"/>
            <a:ext cx="16543228" cy="6858001"/>
            <a:chOff x="-3265048" y="0"/>
            <a:chExt cx="12407421" cy="5143501"/>
          </a:xfrm>
        </p:grpSpPr>
        <p:pic>
          <p:nvPicPr>
            <p:cNvPr id="228" name="Google Shape;228;p25">
              <a:extLst>
                <a:ext uri="{C183D7F6-B498-43B3-948B-1728B52AA6E4}">
                  <adec:decorative xmlns:adec="http://schemas.microsoft.com/office/drawing/2017/decorative" val="1"/>
                </a:ext>
              </a:extLst>
            </p:cNvPr>
            <p:cNvPicPr preferRelativeResize="0"/>
            <p:nvPr/>
          </p:nvPicPr>
          <p:blipFill rotWithShape="1">
            <a:blip r:embed="rId2">
              <a:alphaModFix amt="50000"/>
            </a:blip>
            <a:srcRect/>
            <a:stretch/>
          </p:blipFill>
          <p:spPr>
            <a:xfrm flipH="1">
              <a:off x="3257360" y="0"/>
              <a:ext cx="5885013" cy="5143501"/>
            </a:xfrm>
            <a:prstGeom prst="rect">
              <a:avLst/>
            </a:prstGeom>
            <a:noFill/>
            <a:ln>
              <a:noFill/>
            </a:ln>
          </p:spPr>
        </p:pic>
        <p:pic>
          <p:nvPicPr>
            <p:cNvPr id="229" name="Google Shape;229;p25">
              <a:extLst>
                <a:ext uri="{C183D7F6-B498-43B3-948B-1728B52AA6E4}">
                  <adec:decorative xmlns:adec="http://schemas.microsoft.com/office/drawing/2017/decorative" val="1"/>
                </a:ext>
              </a:extLst>
            </p:cNvPr>
            <p:cNvPicPr preferRelativeResize="0"/>
            <p:nvPr/>
          </p:nvPicPr>
          <p:blipFill rotWithShape="1">
            <a:blip r:embed="rId3">
              <a:alphaModFix amt="30000"/>
            </a:blip>
            <a:srcRect/>
            <a:stretch/>
          </p:blipFill>
          <p:spPr>
            <a:xfrm>
              <a:off x="-3265048" y="1082633"/>
              <a:ext cx="3762369" cy="3762369"/>
            </a:xfrm>
            <a:prstGeom prst="rect">
              <a:avLst/>
            </a:prstGeom>
            <a:noFill/>
            <a:ln>
              <a:noFill/>
            </a:ln>
          </p:spPr>
        </p:pic>
        <p:sp>
          <p:nvSpPr>
            <p:cNvPr id="230" name="Google Shape;230;p25">
              <a:extLst>
                <a:ext uri="{C183D7F6-B498-43B3-948B-1728B52AA6E4}">
                  <adec:decorative xmlns:adec="http://schemas.microsoft.com/office/drawing/2017/decorative" val="1"/>
                </a:ext>
              </a:extLst>
            </p:cNvPr>
            <p:cNvSpPr/>
            <p:nvPr/>
          </p:nvSpPr>
          <p:spPr>
            <a:xfrm>
              <a:off x="6569512" y="2393959"/>
              <a:ext cx="1889100" cy="2172300"/>
            </a:xfrm>
            <a:prstGeom prst="rect">
              <a:avLst/>
            </a:prstGeom>
            <a:gradFill>
              <a:gsLst>
                <a:gs pos="0">
                  <a:srgbClr val="8661C5"/>
                </a:gs>
                <a:gs pos="100000">
                  <a:srgbClr val="9477E2">
                    <a:alpha val="50196"/>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1" name="Google Shape;231;p25">
              <a:extLst>
                <a:ext uri="{C183D7F6-B498-43B3-948B-1728B52AA6E4}">
                  <adec:decorative xmlns:adec="http://schemas.microsoft.com/office/drawing/2017/decorative" val="1"/>
                </a:ext>
              </a:extLst>
            </p:cNvPr>
            <p:cNvSpPr/>
            <p:nvPr/>
          </p:nvSpPr>
          <p:spPr>
            <a:xfrm>
              <a:off x="4615351" y="2393958"/>
              <a:ext cx="1889100" cy="2172300"/>
            </a:xfrm>
            <a:prstGeom prst="rect">
              <a:avLst/>
            </a:prstGeom>
            <a:gradFill>
              <a:gsLst>
                <a:gs pos="0">
                  <a:srgbClr val="D59DFF"/>
                </a:gs>
                <a:gs pos="100000">
                  <a:srgbClr val="9477E2">
                    <a:alpha val="50196"/>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2" name="Google Shape;232;p25">
              <a:extLst>
                <a:ext uri="{C183D7F6-B498-43B3-948B-1728B52AA6E4}">
                  <adec:decorative xmlns:adec="http://schemas.microsoft.com/office/drawing/2017/decorative" val="1"/>
                </a:ext>
              </a:extLst>
            </p:cNvPr>
            <p:cNvSpPr/>
            <p:nvPr/>
          </p:nvSpPr>
          <p:spPr>
            <a:xfrm>
              <a:off x="2649705" y="2393958"/>
              <a:ext cx="1889100" cy="2172300"/>
            </a:xfrm>
            <a:prstGeom prst="rect">
              <a:avLst/>
            </a:prstGeom>
            <a:gradFill>
              <a:gsLst>
                <a:gs pos="0">
                  <a:srgbClr val="1F9CF0"/>
                </a:gs>
                <a:gs pos="100000">
                  <a:srgbClr val="9477E2">
                    <a:alpha val="49803"/>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3" name="Google Shape;233;p25">
              <a:extLst>
                <a:ext uri="{C183D7F6-B498-43B3-948B-1728B52AA6E4}">
                  <adec:decorative xmlns:adec="http://schemas.microsoft.com/office/drawing/2017/decorative" val="1"/>
                </a:ext>
              </a:extLst>
            </p:cNvPr>
            <p:cNvSpPr/>
            <p:nvPr/>
          </p:nvSpPr>
          <p:spPr>
            <a:xfrm>
              <a:off x="685473" y="2393958"/>
              <a:ext cx="1889100" cy="2172300"/>
            </a:xfrm>
            <a:prstGeom prst="rect">
              <a:avLst/>
            </a:prstGeom>
            <a:gradFill>
              <a:gsLst>
                <a:gs pos="0">
                  <a:srgbClr val="28AFEA"/>
                </a:gs>
                <a:gs pos="100000">
                  <a:srgbClr val="9477E2">
                    <a:alpha val="49803"/>
                  </a:srgbClr>
                </a:gs>
              </a:gsLst>
              <a:lin ang="2700006" scaled="0"/>
            </a:gradFill>
            <a:ln>
              <a:noFill/>
            </a:ln>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4" name="Google Shape;234;p25">
              <a:extLst>
                <a:ext uri="{C183D7F6-B498-43B3-948B-1728B52AA6E4}">
                  <adec:decorative xmlns:adec="http://schemas.microsoft.com/office/drawing/2017/decorative" val="1"/>
                </a:ext>
              </a:extLst>
            </p:cNvPr>
            <p:cNvSpPr/>
            <p:nvPr/>
          </p:nvSpPr>
          <p:spPr>
            <a:xfrm>
              <a:off x="2649740" y="4182769"/>
              <a:ext cx="1889100" cy="385800"/>
            </a:xfrm>
            <a:prstGeom prst="roundRect">
              <a:avLst>
                <a:gd name="adj" fmla="val 371"/>
              </a:avLst>
            </a:prstGeom>
            <a:solidFill>
              <a:srgbClr val="161828">
                <a:alpha val="80000"/>
              </a:srgbClr>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6" name="Google Shape;236;p25">
              <a:extLst>
                <a:ext uri="{C183D7F6-B498-43B3-948B-1728B52AA6E4}">
                  <adec:decorative xmlns:adec="http://schemas.microsoft.com/office/drawing/2017/decorative" val="1"/>
                </a:ext>
              </a:extLst>
            </p:cNvPr>
            <p:cNvSpPr/>
            <p:nvPr/>
          </p:nvSpPr>
          <p:spPr>
            <a:xfrm>
              <a:off x="4615463" y="4184951"/>
              <a:ext cx="1889080" cy="381697"/>
            </a:xfrm>
            <a:prstGeom prst="roundRect">
              <a:avLst>
                <a:gd name="adj" fmla="val 371"/>
              </a:avLst>
            </a:prstGeom>
            <a:solidFill>
              <a:srgbClr val="161828">
                <a:alpha val="80000"/>
              </a:srgbClr>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38" name="Google Shape;238;p25">
              <a:extLst>
                <a:ext uri="{C183D7F6-B498-43B3-948B-1728B52AA6E4}">
                  <adec:decorative xmlns:adec="http://schemas.microsoft.com/office/drawing/2017/decorative" val="1"/>
                </a:ext>
              </a:extLst>
            </p:cNvPr>
            <p:cNvSpPr/>
            <p:nvPr/>
          </p:nvSpPr>
          <p:spPr>
            <a:xfrm>
              <a:off x="6569547" y="4186978"/>
              <a:ext cx="1889080" cy="379728"/>
            </a:xfrm>
            <a:prstGeom prst="roundRect">
              <a:avLst>
                <a:gd name="adj" fmla="val 371"/>
              </a:avLst>
            </a:prstGeom>
            <a:solidFill>
              <a:srgbClr val="161828">
                <a:alpha val="80000"/>
              </a:srgbClr>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sp>
          <p:nvSpPr>
            <p:cNvPr id="246" name="Google Shape;246;p25"/>
            <p:cNvSpPr/>
            <p:nvPr/>
          </p:nvSpPr>
          <p:spPr>
            <a:xfrm>
              <a:off x="684095" y="4180741"/>
              <a:ext cx="1892461" cy="385916"/>
            </a:xfrm>
            <a:prstGeom prst="roundRect">
              <a:avLst>
                <a:gd name="adj" fmla="val 371"/>
              </a:avLst>
            </a:prstGeom>
            <a:solidFill>
              <a:srgbClr val="161828">
                <a:alpha val="80000"/>
              </a:srgbClr>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a:solidFill>
                  <a:schemeClr val="lt1"/>
                </a:solidFill>
                <a:latin typeface="Helvetica" pitchFamily="2" charset="0"/>
                <a:ea typeface="Calibri"/>
                <a:cs typeface="Calibri"/>
                <a:sym typeface="Calibri"/>
              </a:endParaRPr>
            </a:p>
          </p:txBody>
        </p:sp>
      </p:grpSp>
      <p:sp>
        <p:nvSpPr>
          <p:cNvPr id="33" name="Google Shape;262;p26">
            <a:extLst>
              <a:ext uri="{FF2B5EF4-FFF2-40B4-BE49-F238E27FC236}">
                <a16:creationId xmlns:a16="http://schemas.microsoft.com/office/drawing/2014/main" id="{4CD789D4-8522-B2D3-95F4-34B3B0D7B268}"/>
              </a:ext>
            </a:extLst>
          </p:cNvPr>
          <p:cNvSpPr txBox="1">
            <a:spLocks noGrp="1"/>
          </p:cNvSpPr>
          <p:nvPr>
            <p:ph type="title"/>
          </p:nvPr>
        </p:nvSpPr>
        <p:spPr>
          <a:xfrm>
            <a:off x="1633733" y="91966"/>
            <a:ext cx="5364400" cy="1706881"/>
          </a:xfrm>
          <a:prstGeom prst="rect">
            <a:avLst/>
          </a:prstGeom>
        </p:spPr>
        <p:txBody>
          <a:bodyPr spcFirstLastPara="1" wrap="square" lIns="45700" tIns="18275" rIns="45700" bIns="18275" anchor="b" anchorCtr="0">
            <a:noAutofit/>
          </a:bodyPr>
          <a:lstStyle>
            <a:lvl1pPr lvl="0">
              <a:spcBef>
                <a:spcPts val="0"/>
              </a:spcBef>
              <a:spcAft>
                <a:spcPts val="0"/>
              </a:spcAft>
              <a:buSzPts val="3400"/>
              <a:buNone/>
              <a:defRPr b="1"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1" name="Google Shape;241;p25"/>
          <p:cNvSpPr>
            <a:spLocks noGrp="1"/>
          </p:cNvSpPr>
          <p:nvPr>
            <p:ph type="pic" idx="2"/>
          </p:nvPr>
        </p:nvSpPr>
        <p:spPr>
          <a:xfrm>
            <a:off x="1060704" y="2092191"/>
            <a:ext cx="2206800" cy="2206800"/>
          </a:xfrm>
          <a:prstGeom prst="ellipse">
            <a:avLst/>
          </a:prstGeom>
          <a:noFill/>
          <a:ln>
            <a:noFill/>
          </a:ln>
        </p:spPr>
        <p:txBody>
          <a:bodyPr anchor="ctr"/>
          <a:lstStyle>
            <a:lvl1pPr marL="0" indent="0" algn="ctr">
              <a:buNone/>
              <a:defRPr b="0" i="0">
                <a:latin typeface="Helvetica" pitchFamily="2" charset="0"/>
              </a:defRPr>
            </a:lvl1pPr>
          </a:lstStyle>
          <a:p>
            <a:endParaRPr lang="en-US"/>
          </a:p>
        </p:txBody>
      </p:sp>
      <p:sp>
        <p:nvSpPr>
          <p:cNvPr id="240" name="Google Shape;240;p25"/>
          <p:cNvSpPr txBox="1">
            <a:spLocks noGrp="1"/>
          </p:cNvSpPr>
          <p:nvPr>
            <p:ph type="body" idx="1"/>
          </p:nvPr>
        </p:nvSpPr>
        <p:spPr>
          <a:xfrm>
            <a:off x="914400" y="4530591"/>
            <a:ext cx="2523600" cy="756000"/>
          </a:xfrm>
          <a:prstGeom prst="rect">
            <a:avLst/>
          </a:prstGeom>
        </p:spPr>
        <p:txBody>
          <a:bodyPr spcFirstLastPara="1" wrap="square" lIns="82275" tIns="18275" rIns="45700" bIns="18275" anchor="t" anchorCtr="0">
            <a:noAutofit/>
          </a:bodyPr>
          <a:lstStyle>
            <a:lvl1pPr marL="0" lvl="0" indent="0" algn="ctr">
              <a:lnSpc>
                <a:spcPct val="100000"/>
              </a:lnSpc>
              <a:spcBef>
                <a:spcPts val="0"/>
              </a:spcBef>
              <a:spcAft>
                <a:spcPts val="0"/>
              </a:spcAft>
              <a:buClr>
                <a:schemeClr val="lt1"/>
              </a:buClr>
              <a:buSzPts val="1100"/>
              <a:buNone/>
              <a:defRPr sz="1467" b="0" i="0">
                <a:solidFill>
                  <a:schemeClr val="lt1"/>
                </a:solidFill>
                <a:latin typeface="Helvetica" pitchFamily="2" charset="0"/>
              </a:defRPr>
            </a:lvl1pPr>
            <a:lvl2pPr marL="1219170" lvl="1" indent="-397923">
              <a:lnSpc>
                <a:spcPct val="100000"/>
              </a:lnSpc>
              <a:spcBef>
                <a:spcPts val="0"/>
              </a:spcBef>
              <a:spcAft>
                <a:spcPts val="0"/>
              </a:spcAft>
              <a:buClr>
                <a:schemeClr val="lt1"/>
              </a:buClr>
              <a:buSzPts val="1100"/>
              <a:buChar char="○"/>
              <a:defRPr sz="1467">
                <a:solidFill>
                  <a:schemeClr val="lt1"/>
                </a:solidFill>
              </a:defRPr>
            </a:lvl2pPr>
            <a:lvl3pPr marL="1828754" lvl="2" indent="-397923">
              <a:lnSpc>
                <a:spcPct val="100000"/>
              </a:lnSpc>
              <a:spcBef>
                <a:spcPts val="0"/>
              </a:spcBef>
              <a:spcAft>
                <a:spcPts val="0"/>
              </a:spcAft>
              <a:buClr>
                <a:schemeClr val="lt1"/>
              </a:buClr>
              <a:buSzPts val="1100"/>
              <a:buChar char="■"/>
              <a:defRPr sz="1467">
                <a:solidFill>
                  <a:schemeClr val="lt1"/>
                </a:solidFill>
              </a:defRPr>
            </a:lvl3pPr>
            <a:lvl4pPr marL="2438339" lvl="3" indent="-397923">
              <a:lnSpc>
                <a:spcPct val="100000"/>
              </a:lnSpc>
              <a:spcBef>
                <a:spcPts val="0"/>
              </a:spcBef>
              <a:spcAft>
                <a:spcPts val="0"/>
              </a:spcAft>
              <a:buClr>
                <a:schemeClr val="lt1"/>
              </a:buClr>
              <a:buSzPts val="1100"/>
              <a:buChar char="●"/>
              <a:defRPr sz="1467">
                <a:solidFill>
                  <a:schemeClr val="lt1"/>
                </a:solidFill>
              </a:defRPr>
            </a:lvl4pPr>
            <a:lvl5pPr marL="3047924" lvl="4" indent="-397923">
              <a:lnSpc>
                <a:spcPct val="100000"/>
              </a:lnSpc>
              <a:spcBef>
                <a:spcPts val="0"/>
              </a:spcBef>
              <a:spcAft>
                <a:spcPts val="0"/>
              </a:spcAft>
              <a:buClr>
                <a:schemeClr val="lt1"/>
              </a:buClr>
              <a:buSzPts val="1100"/>
              <a:buChar char="○"/>
              <a:defRPr sz="1467">
                <a:solidFill>
                  <a:schemeClr val="lt1"/>
                </a:solidFill>
              </a:defRPr>
            </a:lvl5pPr>
            <a:lvl6pPr marL="3657509" lvl="5" indent="-397923">
              <a:lnSpc>
                <a:spcPct val="100000"/>
              </a:lnSpc>
              <a:spcBef>
                <a:spcPts val="0"/>
              </a:spcBef>
              <a:spcAft>
                <a:spcPts val="0"/>
              </a:spcAft>
              <a:buClr>
                <a:schemeClr val="lt1"/>
              </a:buClr>
              <a:buSzPts val="1100"/>
              <a:buChar char="■"/>
              <a:defRPr sz="1467">
                <a:solidFill>
                  <a:schemeClr val="lt1"/>
                </a:solidFill>
              </a:defRPr>
            </a:lvl6pPr>
            <a:lvl7pPr marL="4267093" lvl="6" indent="-397923">
              <a:lnSpc>
                <a:spcPct val="100000"/>
              </a:lnSpc>
              <a:spcBef>
                <a:spcPts val="0"/>
              </a:spcBef>
              <a:spcAft>
                <a:spcPts val="0"/>
              </a:spcAft>
              <a:buClr>
                <a:schemeClr val="lt1"/>
              </a:buClr>
              <a:buSzPts val="1100"/>
              <a:buChar char="●"/>
              <a:defRPr sz="1467">
                <a:solidFill>
                  <a:schemeClr val="lt1"/>
                </a:solidFill>
              </a:defRPr>
            </a:lvl7pPr>
            <a:lvl8pPr marL="4876678" lvl="7" indent="-397923">
              <a:lnSpc>
                <a:spcPct val="100000"/>
              </a:lnSpc>
              <a:spcBef>
                <a:spcPts val="0"/>
              </a:spcBef>
              <a:spcAft>
                <a:spcPts val="0"/>
              </a:spcAft>
              <a:buClr>
                <a:schemeClr val="lt1"/>
              </a:buClr>
              <a:buSzPts val="1100"/>
              <a:buChar char="○"/>
              <a:defRPr sz="1467">
                <a:solidFill>
                  <a:schemeClr val="lt1"/>
                </a:solidFill>
              </a:defRPr>
            </a:lvl8pPr>
            <a:lvl9pPr marL="5486263" lvl="8" indent="-397923">
              <a:lnSpc>
                <a:spcPct val="100000"/>
              </a:lnSpc>
              <a:spcBef>
                <a:spcPts val="0"/>
              </a:spcBef>
              <a:spcAft>
                <a:spcPts val="0"/>
              </a:spcAft>
              <a:buClr>
                <a:schemeClr val="lt1"/>
              </a:buClr>
              <a:buSzPts val="1100"/>
              <a:buChar char="■"/>
              <a:defRPr sz="1467">
                <a:solidFill>
                  <a:schemeClr val="lt1"/>
                </a:solidFill>
              </a:defRPr>
            </a:lvl9pPr>
          </a:lstStyle>
          <a:p>
            <a:endParaRPr/>
          </a:p>
        </p:txBody>
      </p:sp>
      <p:pic>
        <p:nvPicPr>
          <p:cNvPr id="247" name="Google Shape;247;p25" descr="LinkedIn logo"/>
          <p:cNvPicPr preferRelativeResize="0"/>
          <p:nvPr/>
        </p:nvPicPr>
        <p:blipFill rotWithShape="1">
          <a:blip r:embed="rId4">
            <a:alphaModFix/>
          </a:blip>
          <a:srcRect/>
          <a:stretch/>
        </p:blipFill>
        <p:spPr>
          <a:xfrm>
            <a:off x="1065437" y="5733397"/>
            <a:ext cx="202135" cy="201833"/>
          </a:xfrm>
          <a:prstGeom prst="rect">
            <a:avLst/>
          </a:prstGeom>
          <a:noFill/>
          <a:ln>
            <a:noFill/>
          </a:ln>
        </p:spPr>
      </p:pic>
      <p:sp>
        <p:nvSpPr>
          <p:cNvPr id="248" name="Google Shape;248;p25"/>
          <p:cNvSpPr txBox="1">
            <a:spLocks noGrp="1"/>
          </p:cNvSpPr>
          <p:nvPr>
            <p:ph type="body" idx="6"/>
          </p:nvPr>
        </p:nvSpPr>
        <p:spPr>
          <a:xfrm>
            <a:off x="1377696" y="5713215"/>
            <a:ext cx="1914000" cy="244000"/>
          </a:xfrm>
          <a:prstGeom prst="rect">
            <a:avLst/>
          </a:prstGeom>
        </p:spPr>
        <p:txBody>
          <a:bodyPr spcFirstLastPara="1" wrap="square" lIns="45700" tIns="18275" rIns="45700" bIns="18275" anchor="t" anchorCtr="0">
            <a:noAutofit/>
          </a:bodyPr>
          <a:lstStyle>
            <a:lvl1pPr marL="0" lvl="0" indent="0" rtl="0">
              <a:spcBef>
                <a:spcPts val="0"/>
              </a:spcBef>
              <a:spcAft>
                <a:spcPts val="0"/>
              </a:spcAft>
              <a:buClr>
                <a:schemeClr val="lt1"/>
              </a:buClr>
              <a:buSzPts val="800"/>
              <a:buNone/>
              <a:defRPr sz="1067" b="0" i="0">
                <a:solidFill>
                  <a:schemeClr val="lt1"/>
                </a:solidFill>
                <a:latin typeface="Helvetica" pitchFamily="2" charset="0"/>
              </a:defRPr>
            </a:lvl1pPr>
            <a:lvl2pPr marL="1219170" lvl="1" indent="-372524" rtl="0">
              <a:spcBef>
                <a:spcPts val="0"/>
              </a:spcBef>
              <a:spcAft>
                <a:spcPts val="0"/>
              </a:spcAft>
              <a:buClr>
                <a:schemeClr val="lt1"/>
              </a:buClr>
              <a:buSzPts val="800"/>
              <a:buChar char="○"/>
              <a:defRPr sz="1067">
                <a:solidFill>
                  <a:schemeClr val="lt1"/>
                </a:solidFill>
              </a:defRPr>
            </a:lvl2pPr>
            <a:lvl3pPr marL="1828754" lvl="2" indent="-372524" rtl="0">
              <a:spcBef>
                <a:spcPts val="0"/>
              </a:spcBef>
              <a:spcAft>
                <a:spcPts val="0"/>
              </a:spcAft>
              <a:buClr>
                <a:schemeClr val="lt1"/>
              </a:buClr>
              <a:buSzPts val="800"/>
              <a:buChar char="■"/>
              <a:defRPr sz="1067">
                <a:solidFill>
                  <a:schemeClr val="lt1"/>
                </a:solidFill>
              </a:defRPr>
            </a:lvl3pPr>
            <a:lvl4pPr marL="2438339" lvl="3" indent="-372524" rtl="0">
              <a:spcBef>
                <a:spcPts val="0"/>
              </a:spcBef>
              <a:spcAft>
                <a:spcPts val="0"/>
              </a:spcAft>
              <a:buClr>
                <a:schemeClr val="lt1"/>
              </a:buClr>
              <a:buSzPts val="800"/>
              <a:buChar char="●"/>
              <a:defRPr sz="1067">
                <a:solidFill>
                  <a:schemeClr val="lt1"/>
                </a:solidFill>
              </a:defRPr>
            </a:lvl4pPr>
            <a:lvl5pPr marL="3047924" lvl="4" indent="-372524" rtl="0">
              <a:spcBef>
                <a:spcPts val="0"/>
              </a:spcBef>
              <a:spcAft>
                <a:spcPts val="0"/>
              </a:spcAft>
              <a:buClr>
                <a:schemeClr val="lt1"/>
              </a:buClr>
              <a:buSzPts val="800"/>
              <a:buChar char="○"/>
              <a:defRPr sz="1067">
                <a:solidFill>
                  <a:schemeClr val="lt1"/>
                </a:solidFill>
              </a:defRPr>
            </a:lvl5pPr>
            <a:lvl6pPr marL="3657509" lvl="5" indent="-372524" rtl="0">
              <a:spcBef>
                <a:spcPts val="0"/>
              </a:spcBef>
              <a:spcAft>
                <a:spcPts val="0"/>
              </a:spcAft>
              <a:buClr>
                <a:schemeClr val="lt1"/>
              </a:buClr>
              <a:buSzPts val="800"/>
              <a:buChar char="■"/>
              <a:defRPr sz="1067">
                <a:solidFill>
                  <a:schemeClr val="lt1"/>
                </a:solidFill>
              </a:defRPr>
            </a:lvl6pPr>
            <a:lvl7pPr marL="4267093" lvl="6" indent="-372524" rtl="0">
              <a:spcBef>
                <a:spcPts val="0"/>
              </a:spcBef>
              <a:spcAft>
                <a:spcPts val="0"/>
              </a:spcAft>
              <a:buClr>
                <a:schemeClr val="lt1"/>
              </a:buClr>
              <a:buSzPts val="800"/>
              <a:buChar char="●"/>
              <a:defRPr sz="1067">
                <a:solidFill>
                  <a:schemeClr val="lt1"/>
                </a:solidFill>
              </a:defRPr>
            </a:lvl7pPr>
            <a:lvl8pPr marL="4876678" lvl="7" indent="-372524" rtl="0">
              <a:spcBef>
                <a:spcPts val="0"/>
              </a:spcBef>
              <a:spcAft>
                <a:spcPts val="0"/>
              </a:spcAft>
              <a:buClr>
                <a:schemeClr val="lt1"/>
              </a:buClr>
              <a:buSzPts val="800"/>
              <a:buChar char="○"/>
              <a:defRPr sz="1067">
                <a:solidFill>
                  <a:schemeClr val="lt1"/>
                </a:solidFill>
              </a:defRPr>
            </a:lvl8pPr>
            <a:lvl9pPr marL="5486263" lvl="8" indent="-372524" rtl="0">
              <a:spcBef>
                <a:spcPts val="0"/>
              </a:spcBef>
              <a:spcAft>
                <a:spcPts val="0"/>
              </a:spcAft>
              <a:buClr>
                <a:schemeClr val="lt1"/>
              </a:buClr>
              <a:buSzPts val="800"/>
              <a:buChar char="■"/>
              <a:defRPr sz="1067">
                <a:solidFill>
                  <a:schemeClr val="lt1"/>
                </a:solidFill>
              </a:defRPr>
            </a:lvl9pPr>
          </a:lstStyle>
          <a:p>
            <a:endParaRPr/>
          </a:p>
        </p:txBody>
      </p:sp>
      <p:sp>
        <p:nvSpPr>
          <p:cNvPr id="29" name="Google Shape;241;p25">
            <a:extLst>
              <a:ext uri="{FF2B5EF4-FFF2-40B4-BE49-F238E27FC236}">
                <a16:creationId xmlns:a16="http://schemas.microsoft.com/office/drawing/2014/main" id="{142531D6-B640-1B4A-ACA4-7F77C49FF2CB}"/>
              </a:ext>
            </a:extLst>
          </p:cNvPr>
          <p:cNvSpPr>
            <a:spLocks noGrp="1"/>
          </p:cNvSpPr>
          <p:nvPr>
            <p:ph type="pic" idx="16"/>
          </p:nvPr>
        </p:nvSpPr>
        <p:spPr>
          <a:xfrm>
            <a:off x="3688940" y="2092191"/>
            <a:ext cx="2206800" cy="2206800"/>
          </a:xfrm>
          <a:prstGeom prst="ellipse">
            <a:avLst/>
          </a:prstGeom>
          <a:noFill/>
          <a:ln>
            <a:noFill/>
          </a:ln>
        </p:spPr>
        <p:txBody>
          <a:bodyPr anchor="ctr"/>
          <a:lstStyle>
            <a:lvl1pPr marL="0" indent="0" algn="ctr">
              <a:buNone/>
              <a:defRPr b="0" i="0">
                <a:latin typeface="Helvetica" pitchFamily="2" charset="0"/>
              </a:defRPr>
            </a:lvl1pPr>
          </a:lstStyle>
          <a:p>
            <a:endParaRPr lang="en-US"/>
          </a:p>
        </p:txBody>
      </p:sp>
      <p:sp>
        <p:nvSpPr>
          <p:cNvPr id="252" name="Google Shape;252;p25"/>
          <p:cNvSpPr txBox="1">
            <a:spLocks noGrp="1"/>
          </p:cNvSpPr>
          <p:nvPr>
            <p:ph type="body" idx="13"/>
          </p:nvPr>
        </p:nvSpPr>
        <p:spPr>
          <a:xfrm>
            <a:off x="3535680" y="4530591"/>
            <a:ext cx="2523600" cy="756000"/>
          </a:xfrm>
          <a:prstGeom prst="rect">
            <a:avLst/>
          </a:prstGeom>
        </p:spPr>
        <p:txBody>
          <a:bodyPr spcFirstLastPara="1" wrap="square" lIns="82275" tIns="18275" rIns="45700" bIns="18275" anchor="t" anchorCtr="0">
            <a:noAutofit/>
          </a:bodyPr>
          <a:lstStyle>
            <a:lvl1pPr marL="0" lvl="0" indent="0" algn="ctr" rtl="0">
              <a:lnSpc>
                <a:spcPct val="100000"/>
              </a:lnSpc>
              <a:spcBef>
                <a:spcPts val="0"/>
              </a:spcBef>
              <a:spcAft>
                <a:spcPts val="0"/>
              </a:spcAft>
              <a:buClr>
                <a:schemeClr val="lt1"/>
              </a:buClr>
              <a:buSzPts val="1100"/>
              <a:buNone/>
              <a:defRPr sz="1467" b="0" i="0">
                <a:solidFill>
                  <a:schemeClr val="lt1"/>
                </a:solidFill>
                <a:latin typeface="Helvetica" pitchFamily="2" charset="0"/>
              </a:defRPr>
            </a:lvl1pPr>
            <a:lvl2pPr marL="1219170" lvl="1" indent="-397923" rtl="0">
              <a:lnSpc>
                <a:spcPct val="100000"/>
              </a:lnSpc>
              <a:spcBef>
                <a:spcPts val="0"/>
              </a:spcBef>
              <a:spcAft>
                <a:spcPts val="0"/>
              </a:spcAft>
              <a:buClr>
                <a:schemeClr val="lt1"/>
              </a:buClr>
              <a:buSzPts val="1100"/>
              <a:buChar char="○"/>
              <a:defRPr sz="1467">
                <a:solidFill>
                  <a:schemeClr val="lt1"/>
                </a:solidFill>
              </a:defRPr>
            </a:lvl2pPr>
            <a:lvl3pPr marL="1828754" lvl="2" indent="-397923" rtl="0">
              <a:lnSpc>
                <a:spcPct val="100000"/>
              </a:lnSpc>
              <a:spcBef>
                <a:spcPts val="0"/>
              </a:spcBef>
              <a:spcAft>
                <a:spcPts val="0"/>
              </a:spcAft>
              <a:buClr>
                <a:schemeClr val="lt1"/>
              </a:buClr>
              <a:buSzPts val="1100"/>
              <a:buChar char="■"/>
              <a:defRPr sz="1467">
                <a:solidFill>
                  <a:schemeClr val="lt1"/>
                </a:solidFill>
              </a:defRPr>
            </a:lvl3pPr>
            <a:lvl4pPr marL="2438339" lvl="3" indent="-397923" rtl="0">
              <a:lnSpc>
                <a:spcPct val="100000"/>
              </a:lnSpc>
              <a:spcBef>
                <a:spcPts val="0"/>
              </a:spcBef>
              <a:spcAft>
                <a:spcPts val="0"/>
              </a:spcAft>
              <a:buClr>
                <a:schemeClr val="lt1"/>
              </a:buClr>
              <a:buSzPts val="1100"/>
              <a:buChar char="●"/>
              <a:defRPr sz="1467">
                <a:solidFill>
                  <a:schemeClr val="lt1"/>
                </a:solidFill>
              </a:defRPr>
            </a:lvl4pPr>
            <a:lvl5pPr marL="3047924" lvl="4" indent="-397923" rtl="0">
              <a:lnSpc>
                <a:spcPct val="100000"/>
              </a:lnSpc>
              <a:spcBef>
                <a:spcPts val="0"/>
              </a:spcBef>
              <a:spcAft>
                <a:spcPts val="0"/>
              </a:spcAft>
              <a:buClr>
                <a:schemeClr val="lt1"/>
              </a:buClr>
              <a:buSzPts val="1100"/>
              <a:buChar char="○"/>
              <a:defRPr sz="1467">
                <a:solidFill>
                  <a:schemeClr val="lt1"/>
                </a:solidFill>
              </a:defRPr>
            </a:lvl5pPr>
            <a:lvl6pPr marL="3657509" lvl="5" indent="-397923" rtl="0">
              <a:lnSpc>
                <a:spcPct val="100000"/>
              </a:lnSpc>
              <a:spcBef>
                <a:spcPts val="0"/>
              </a:spcBef>
              <a:spcAft>
                <a:spcPts val="0"/>
              </a:spcAft>
              <a:buClr>
                <a:schemeClr val="lt1"/>
              </a:buClr>
              <a:buSzPts val="1100"/>
              <a:buChar char="■"/>
              <a:defRPr sz="1467">
                <a:solidFill>
                  <a:schemeClr val="lt1"/>
                </a:solidFill>
              </a:defRPr>
            </a:lvl6pPr>
            <a:lvl7pPr marL="4267093" lvl="6" indent="-397923" rtl="0">
              <a:lnSpc>
                <a:spcPct val="100000"/>
              </a:lnSpc>
              <a:spcBef>
                <a:spcPts val="0"/>
              </a:spcBef>
              <a:spcAft>
                <a:spcPts val="0"/>
              </a:spcAft>
              <a:buClr>
                <a:schemeClr val="lt1"/>
              </a:buClr>
              <a:buSzPts val="1100"/>
              <a:buChar char="●"/>
              <a:defRPr sz="1467">
                <a:solidFill>
                  <a:schemeClr val="lt1"/>
                </a:solidFill>
              </a:defRPr>
            </a:lvl7pPr>
            <a:lvl8pPr marL="4876678" lvl="7" indent="-397923" rtl="0">
              <a:lnSpc>
                <a:spcPct val="100000"/>
              </a:lnSpc>
              <a:spcBef>
                <a:spcPts val="0"/>
              </a:spcBef>
              <a:spcAft>
                <a:spcPts val="0"/>
              </a:spcAft>
              <a:buClr>
                <a:schemeClr val="lt1"/>
              </a:buClr>
              <a:buSzPts val="1100"/>
              <a:buChar char="○"/>
              <a:defRPr sz="1467">
                <a:solidFill>
                  <a:schemeClr val="lt1"/>
                </a:solidFill>
              </a:defRPr>
            </a:lvl8pPr>
            <a:lvl9pPr marL="5486263" lvl="8" indent="-397923" rtl="0">
              <a:lnSpc>
                <a:spcPct val="100000"/>
              </a:lnSpc>
              <a:spcBef>
                <a:spcPts val="0"/>
              </a:spcBef>
              <a:spcAft>
                <a:spcPts val="0"/>
              </a:spcAft>
              <a:buClr>
                <a:schemeClr val="lt1"/>
              </a:buClr>
              <a:buSzPts val="1100"/>
              <a:buChar char="■"/>
              <a:defRPr sz="1467">
                <a:solidFill>
                  <a:schemeClr val="lt1"/>
                </a:solidFill>
              </a:defRPr>
            </a:lvl9pPr>
          </a:lstStyle>
          <a:p>
            <a:endParaRPr/>
          </a:p>
        </p:txBody>
      </p:sp>
      <p:pic>
        <p:nvPicPr>
          <p:cNvPr id="235" name="Google Shape;235;p25" descr="LinkedIn logo"/>
          <p:cNvPicPr preferRelativeResize="0"/>
          <p:nvPr/>
        </p:nvPicPr>
        <p:blipFill rotWithShape="1">
          <a:blip r:embed="rId4">
            <a:alphaModFix/>
          </a:blip>
          <a:srcRect/>
          <a:stretch/>
        </p:blipFill>
        <p:spPr>
          <a:xfrm>
            <a:off x="3671794" y="5736100"/>
            <a:ext cx="202135" cy="201833"/>
          </a:xfrm>
          <a:prstGeom prst="rect">
            <a:avLst/>
          </a:prstGeom>
          <a:noFill/>
          <a:ln>
            <a:noFill/>
          </a:ln>
        </p:spPr>
      </p:pic>
      <p:sp>
        <p:nvSpPr>
          <p:cNvPr id="249" name="Google Shape;249;p25"/>
          <p:cNvSpPr txBox="1">
            <a:spLocks noGrp="1"/>
          </p:cNvSpPr>
          <p:nvPr>
            <p:ph type="body" idx="7"/>
          </p:nvPr>
        </p:nvSpPr>
        <p:spPr>
          <a:xfrm>
            <a:off x="3986784" y="5713215"/>
            <a:ext cx="1914000" cy="244000"/>
          </a:xfrm>
          <a:prstGeom prst="rect">
            <a:avLst/>
          </a:prstGeom>
        </p:spPr>
        <p:txBody>
          <a:bodyPr spcFirstLastPara="1" wrap="square" lIns="45700" tIns="18275" rIns="45700" bIns="18275" anchor="t" anchorCtr="0">
            <a:noAutofit/>
          </a:bodyPr>
          <a:lstStyle>
            <a:lvl1pPr marL="0" lvl="0" indent="0" rtl="0">
              <a:spcBef>
                <a:spcPts val="0"/>
              </a:spcBef>
              <a:spcAft>
                <a:spcPts val="0"/>
              </a:spcAft>
              <a:buClr>
                <a:schemeClr val="lt1"/>
              </a:buClr>
              <a:buSzPts val="800"/>
              <a:buNone/>
              <a:defRPr sz="1067" b="0" i="0">
                <a:solidFill>
                  <a:schemeClr val="lt1"/>
                </a:solidFill>
                <a:latin typeface="Helvetica" pitchFamily="2" charset="0"/>
              </a:defRPr>
            </a:lvl1pPr>
            <a:lvl2pPr marL="1219170" lvl="1" indent="-372524" rtl="0">
              <a:spcBef>
                <a:spcPts val="0"/>
              </a:spcBef>
              <a:spcAft>
                <a:spcPts val="0"/>
              </a:spcAft>
              <a:buClr>
                <a:schemeClr val="lt1"/>
              </a:buClr>
              <a:buSzPts val="800"/>
              <a:buChar char="○"/>
              <a:defRPr sz="1067">
                <a:solidFill>
                  <a:schemeClr val="lt1"/>
                </a:solidFill>
              </a:defRPr>
            </a:lvl2pPr>
            <a:lvl3pPr marL="1828754" lvl="2" indent="-372524" rtl="0">
              <a:spcBef>
                <a:spcPts val="0"/>
              </a:spcBef>
              <a:spcAft>
                <a:spcPts val="0"/>
              </a:spcAft>
              <a:buClr>
                <a:schemeClr val="lt1"/>
              </a:buClr>
              <a:buSzPts val="800"/>
              <a:buChar char="■"/>
              <a:defRPr sz="1067">
                <a:solidFill>
                  <a:schemeClr val="lt1"/>
                </a:solidFill>
              </a:defRPr>
            </a:lvl3pPr>
            <a:lvl4pPr marL="2438339" lvl="3" indent="-372524" rtl="0">
              <a:spcBef>
                <a:spcPts val="0"/>
              </a:spcBef>
              <a:spcAft>
                <a:spcPts val="0"/>
              </a:spcAft>
              <a:buClr>
                <a:schemeClr val="lt1"/>
              </a:buClr>
              <a:buSzPts val="800"/>
              <a:buChar char="●"/>
              <a:defRPr sz="1067">
                <a:solidFill>
                  <a:schemeClr val="lt1"/>
                </a:solidFill>
              </a:defRPr>
            </a:lvl4pPr>
            <a:lvl5pPr marL="3047924" lvl="4" indent="-372524" rtl="0">
              <a:spcBef>
                <a:spcPts val="0"/>
              </a:spcBef>
              <a:spcAft>
                <a:spcPts val="0"/>
              </a:spcAft>
              <a:buClr>
                <a:schemeClr val="lt1"/>
              </a:buClr>
              <a:buSzPts val="800"/>
              <a:buChar char="○"/>
              <a:defRPr sz="1067">
                <a:solidFill>
                  <a:schemeClr val="lt1"/>
                </a:solidFill>
              </a:defRPr>
            </a:lvl5pPr>
            <a:lvl6pPr marL="3657509" lvl="5" indent="-372524" rtl="0">
              <a:spcBef>
                <a:spcPts val="0"/>
              </a:spcBef>
              <a:spcAft>
                <a:spcPts val="0"/>
              </a:spcAft>
              <a:buClr>
                <a:schemeClr val="lt1"/>
              </a:buClr>
              <a:buSzPts val="800"/>
              <a:buChar char="■"/>
              <a:defRPr sz="1067">
                <a:solidFill>
                  <a:schemeClr val="lt1"/>
                </a:solidFill>
              </a:defRPr>
            </a:lvl6pPr>
            <a:lvl7pPr marL="4267093" lvl="6" indent="-372524" rtl="0">
              <a:spcBef>
                <a:spcPts val="0"/>
              </a:spcBef>
              <a:spcAft>
                <a:spcPts val="0"/>
              </a:spcAft>
              <a:buClr>
                <a:schemeClr val="lt1"/>
              </a:buClr>
              <a:buSzPts val="800"/>
              <a:buChar char="●"/>
              <a:defRPr sz="1067">
                <a:solidFill>
                  <a:schemeClr val="lt1"/>
                </a:solidFill>
              </a:defRPr>
            </a:lvl7pPr>
            <a:lvl8pPr marL="4876678" lvl="7" indent="-372524" rtl="0">
              <a:spcBef>
                <a:spcPts val="0"/>
              </a:spcBef>
              <a:spcAft>
                <a:spcPts val="0"/>
              </a:spcAft>
              <a:buClr>
                <a:schemeClr val="lt1"/>
              </a:buClr>
              <a:buSzPts val="800"/>
              <a:buChar char="○"/>
              <a:defRPr sz="1067">
                <a:solidFill>
                  <a:schemeClr val="lt1"/>
                </a:solidFill>
              </a:defRPr>
            </a:lvl8pPr>
            <a:lvl9pPr marL="5486263" lvl="8" indent="-372524" rtl="0">
              <a:spcBef>
                <a:spcPts val="0"/>
              </a:spcBef>
              <a:spcAft>
                <a:spcPts val="0"/>
              </a:spcAft>
              <a:buClr>
                <a:schemeClr val="lt1"/>
              </a:buClr>
              <a:buSzPts val="800"/>
              <a:buChar char="■"/>
              <a:defRPr sz="1067">
                <a:solidFill>
                  <a:schemeClr val="lt1"/>
                </a:solidFill>
              </a:defRPr>
            </a:lvl9pPr>
          </a:lstStyle>
          <a:p>
            <a:endParaRPr/>
          </a:p>
        </p:txBody>
      </p:sp>
      <p:sp>
        <p:nvSpPr>
          <p:cNvPr id="30" name="Google Shape;241;p25">
            <a:extLst>
              <a:ext uri="{FF2B5EF4-FFF2-40B4-BE49-F238E27FC236}">
                <a16:creationId xmlns:a16="http://schemas.microsoft.com/office/drawing/2014/main" id="{2C173A1D-BB63-5640-BB62-7AD820030C48}"/>
              </a:ext>
            </a:extLst>
          </p:cNvPr>
          <p:cNvSpPr>
            <a:spLocks noGrp="1"/>
          </p:cNvSpPr>
          <p:nvPr>
            <p:ph type="pic" idx="17"/>
          </p:nvPr>
        </p:nvSpPr>
        <p:spPr>
          <a:xfrm>
            <a:off x="6309801" y="2092191"/>
            <a:ext cx="2206800" cy="2206800"/>
          </a:xfrm>
          <a:prstGeom prst="ellipse">
            <a:avLst/>
          </a:prstGeom>
          <a:noFill/>
          <a:ln>
            <a:noFill/>
          </a:ln>
        </p:spPr>
        <p:txBody>
          <a:bodyPr anchor="ctr"/>
          <a:lstStyle>
            <a:lvl1pPr marL="0" indent="0" algn="ctr">
              <a:buNone/>
              <a:defRPr b="0" i="0">
                <a:latin typeface="Helvetica" pitchFamily="2" charset="0"/>
              </a:defRPr>
            </a:lvl1pPr>
          </a:lstStyle>
          <a:p>
            <a:endParaRPr lang="en-US"/>
          </a:p>
        </p:txBody>
      </p:sp>
      <p:sp>
        <p:nvSpPr>
          <p:cNvPr id="253" name="Google Shape;253;p25"/>
          <p:cNvSpPr txBox="1">
            <a:spLocks noGrp="1"/>
          </p:cNvSpPr>
          <p:nvPr>
            <p:ph type="body" idx="14"/>
          </p:nvPr>
        </p:nvSpPr>
        <p:spPr>
          <a:xfrm>
            <a:off x="6156960" y="4530591"/>
            <a:ext cx="2523600" cy="756000"/>
          </a:xfrm>
          <a:prstGeom prst="rect">
            <a:avLst/>
          </a:prstGeom>
        </p:spPr>
        <p:txBody>
          <a:bodyPr spcFirstLastPara="1" wrap="square" lIns="82275" tIns="18275" rIns="45700" bIns="18275" anchor="t" anchorCtr="0">
            <a:noAutofit/>
          </a:bodyPr>
          <a:lstStyle>
            <a:lvl1pPr marL="0" lvl="0" indent="0" algn="ctr" rtl="0">
              <a:lnSpc>
                <a:spcPct val="100000"/>
              </a:lnSpc>
              <a:spcBef>
                <a:spcPts val="0"/>
              </a:spcBef>
              <a:spcAft>
                <a:spcPts val="0"/>
              </a:spcAft>
              <a:buClr>
                <a:schemeClr val="lt1"/>
              </a:buClr>
              <a:buSzPts val="1100"/>
              <a:buNone/>
              <a:defRPr sz="1467" b="0" i="0">
                <a:solidFill>
                  <a:schemeClr val="lt1"/>
                </a:solidFill>
                <a:latin typeface="Helvetica" pitchFamily="2" charset="0"/>
              </a:defRPr>
            </a:lvl1pPr>
            <a:lvl2pPr marL="1219170" lvl="1" indent="-397923" rtl="0">
              <a:lnSpc>
                <a:spcPct val="100000"/>
              </a:lnSpc>
              <a:spcBef>
                <a:spcPts val="0"/>
              </a:spcBef>
              <a:spcAft>
                <a:spcPts val="0"/>
              </a:spcAft>
              <a:buClr>
                <a:schemeClr val="lt1"/>
              </a:buClr>
              <a:buSzPts val="1100"/>
              <a:buChar char="○"/>
              <a:defRPr sz="1467">
                <a:solidFill>
                  <a:schemeClr val="lt1"/>
                </a:solidFill>
              </a:defRPr>
            </a:lvl2pPr>
            <a:lvl3pPr marL="1828754" lvl="2" indent="-397923" rtl="0">
              <a:lnSpc>
                <a:spcPct val="100000"/>
              </a:lnSpc>
              <a:spcBef>
                <a:spcPts val="0"/>
              </a:spcBef>
              <a:spcAft>
                <a:spcPts val="0"/>
              </a:spcAft>
              <a:buClr>
                <a:schemeClr val="lt1"/>
              </a:buClr>
              <a:buSzPts val="1100"/>
              <a:buChar char="■"/>
              <a:defRPr sz="1467">
                <a:solidFill>
                  <a:schemeClr val="lt1"/>
                </a:solidFill>
              </a:defRPr>
            </a:lvl3pPr>
            <a:lvl4pPr marL="2438339" lvl="3" indent="-397923" rtl="0">
              <a:lnSpc>
                <a:spcPct val="100000"/>
              </a:lnSpc>
              <a:spcBef>
                <a:spcPts val="0"/>
              </a:spcBef>
              <a:spcAft>
                <a:spcPts val="0"/>
              </a:spcAft>
              <a:buClr>
                <a:schemeClr val="lt1"/>
              </a:buClr>
              <a:buSzPts val="1100"/>
              <a:buChar char="●"/>
              <a:defRPr sz="1467">
                <a:solidFill>
                  <a:schemeClr val="lt1"/>
                </a:solidFill>
              </a:defRPr>
            </a:lvl4pPr>
            <a:lvl5pPr marL="3047924" lvl="4" indent="-397923" rtl="0">
              <a:lnSpc>
                <a:spcPct val="100000"/>
              </a:lnSpc>
              <a:spcBef>
                <a:spcPts val="0"/>
              </a:spcBef>
              <a:spcAft>
                <a:spcPts val="0"/>
              </a:spcAft>
              <a:buClr>
                <a:schemeClr val="lt1"/>
              </a:buClr>
              <a:buSzPts val="1100"/>
              <a:buChar char="○"/>
              <a:defRPr sz="1467">
                <a:solidFill>
                  <a:schemeClr val="lt1"/>
                </a:solidFill>
              </a:defRPr>
            </a:lvl5pPr>
            <a:lvl6pPr marL="3657509" lvl="5" indent="-397923" rtl="0">
              <a:lnSpc>
                <a:spcPct val="100000"/>
              </a:lnSpc>
              <a:spcBef>
                <a:spcPts val="0"/>
              </a:spcBef>
              <a:spcAft>
                <a:spcPts val="0"/>
              </a:spcAft>
              <a:buClr>
                <a:schemeClr val="lt1"/>
              </a:buClr>
              <a:buSzPts val="1100"/>
              <a:buChar char="■"/>
              <a:defRPr sz="1467">
                <a:solidFill>
                  <a:schemeClr val="lt1"/>
                </a:solidFill>
              </a:defRPr>
            </a:lvl6pPr>
            <a:lvl7pPr marL="4267093" lvl="6" indent="-397923" rtl="0">
              <a:lnSpc>
                <a:spcPct val="100000"/>
              </a:lnSpc>
              <a:spcBef>
                <a:spcPts val="0"/>
              </a:spcBef>
              <a:spcAft>
                <a:spcPts val="0"/>
              </a:spcAft>
              <a:buClr>
                <a:schemeClr val="lt1"/>
              </a:buClr>
              <a:buSzPts val="1100"/>
              <a:buChar char="●"/>
              <a:defRPr sz="1467">
                <a:solidFill>
                  <a:schemeClr val="lt1"/>
                </a:solidFill>
              </a:defRPr>
            </a:lvl7pPr>
            <a:lvl8pPr marL="4876678" lvl="7" indent="-397923" rtl="0">
              <a:lnSpc>
                <a:spcPct val="100000"/>
              </a:lnSpc>
              <a:spcBef>
                <a:spcPts val="0"/>
              </a:spcBef>
              <a:spcAft>
                <a:spcPts val="0"/>
              </a:spcAft>
              <a:buClr>
                <a:schemeClr val="lt1"/>
              </a:buClr>
              <a:buSzPts val="1100"/>
              <a:buChar char="○"/>
              <a:defRPr sz="1467">
                <a:solidFill>
                  <a:schemeClr val="lt1"/>
                </a:solidFill>
              </a:defRPr>
            </a:lvl8pPr>
            <a:lvl9pPr marL="5486263" lvl="8" indent="-397923" rtl="0">
              <a:lnSpc>
                <a:spcPct val="100000"/>
              </a:lnSpc>
              <a:spcBef>
                <a:spcPts val="0"/>
              </a:spcBef>
              <a:spcAft>
                <a:spcPts val="0"/>
              </a:spcAft>
              <a:buClr>
                <a:schemeClr val="lt1"/>
              </a:buClr>
              <a:buSzPts val="1100"/>
              <a:buChar char="■"/>
              <a:defRPr sz="1467">
                <a:solidFill>
                  <a:schemeClr val="lt1"/>
                </a:solidFill>
              </a:defRPr>
            </a:lvl9pPr>
          </a:lstStyle>
          <a:p>
            <a:endParaRPr/>
          </a:p>
        </p:txBody>
      </p:sp>
      <p:pic>
        <p:nvPicPr>
          <p:cNvPr id="237" name="Google Shape;237;p25" descr="LinkedIn logo"/>
          <p:cNvPicPr preferRelativeResize="0"/>
          <p:nvPr/>
        </p:nvPicPr>
        <p:blipFill rotWithShape="1">
          <a:blip r:embed="rId4">
            <a:alphaModFix/>
          </a:blip>
          <a:srcRect/>
          <a:stretch/>
        </p:blipFill>
        <p:spPr>
          <a:xfrm>
            <a:off x="6291610" y="5739009"/>
            <a:ext cx="202135" cy="201833"/>
          </a:xfrm>
          <a:prstGeom prst="rect">
            <a:avLst/>
          </a:prstGeom>
          <a:noFill/>
          <a:ln>
            <a:noFill/>
          </a:ln>
        </p:spPr>
      </p:pic>
      <p:sp>
        <p:nvSpPr>
          <p:cNvPr id="250" name="Google Shape;250;p25"/>
          <p:cNvSpPr txBox="1">
            <a:spLocks noGrp="1"/>
          </p:cNvSpPr>
          <p:nvPr>
            <p:ph type="body" idx="8"/>
          </p:nvPr>
        </p:nvSpPr>
        <p:spPr>
          <a:xfrm>
            <a:off x="6608064" y="5713215"/>
            <a:ext cx="1914000" cy="244000"/>
          </a:xfrm>
          <a:prstGeom prst="rect">
            <a:avLst/>
          </a:prstGeom>
        </p:spPr>
        <p:txBody>
          <a:bodyPr spcFirstLastPara="1" wrap="square" lIns="45700" tIns="18275" rIns="45700" bIns="18275" anchor="t" anchorCtr="0">
            <a:noAutofit/>
          </a:bodyPr>
          <a:lstStyle>
            <a:lvl1pPr marL="0" lvl="0" indent="0" rtl="0">
              <a:spcBef>
                <a:spcPts val="0"/>
              </a:spcBef>
              <a:spcAft>
                <a:spcPts val="0"/>
              </a:spcAft>
              <a:buClr>
                <a:schemeClr val="lt1"/>
              </a:buClr>
              <a:buSzPts val="800"/>
              <a:buNone/>
              <a:defRPr sz="1067" b="0" i="0">
                <a:solidFill>
                  <a:schemeClr val="lt1"/>
                </a:solidFill>
                <a:latin typeface="Helvetica" pitchFamily="2" charset="0"/>
              </a:defRPr>
            </a:lvl1pPr>
            <a:lvl2pPr marL="1219170" lvl="1" indent="-372524" rtl="0">
              <a:spcBef>
                <a:spcPts val="0"/>
              </a:spcBef>
              <a:spcAft>
                <a:spcPts val="0"/>
              </a:spcAft>
              <a:buClr>
                <a:schemeClr val="lt1"/>
              </a:buClr>
              <a:buSzPts val="800"/>
              <a:buChar char="○"/>
              <a:defRPr sz="1067">
                <a:solidFill>
                  <a:schemeClr val="lt1"/>
                </a:solidFill>
              </a:defRPr>
            </a:lvl2pPr>
            <a:lvl3pPr marL="1828754" lvl="2" indent="-372524" rtl="0">
              <a:spcBef>
                <a:spcPts val="0"/>
              </a:spcBef>
              <a:spcAft>
                <a:spcPts val="0"/>
              </a:spcAft>
              <a:buClr>
                <a:schemeClr val="lt1"/>
              </a:buClr>
              <a:buSzPts val="800"/>
              <a:buChar char="■"/>
              <a:defRPr sz="1067">
                <a:solidFill>
                  <a:schemeClr val="lt1"/>
                </a:solidFill>
              </a:defRPr>
            </a:lvl3pPr>
            <a:lvl4pPr marL="2438339" lvl="3" indent="-372524" rtl="0">
              <a:spcBef>
                <a:spcPts val="0"/>
              </a:spcBef>
              <a:spcAft>
                <a:spcPts val="0"/>
              </a:spcAft>
              <a:buClr>
                <a:schemeClr val="lt1"/>
              </a:buClr>
              <a:buSzPts val="800"/>
              <a:buChar char="●"/>
              <a:defRPr sz="1067">
                <a:solidFill>
                  <a:schemeClr val="lt1"/>
                </a:solidFill>
              </a:defRPr>
            </a:lvl4pPr>
            <a:lvl5pPr marL="3047924" lvl="4" indent="-372524" rtl="0">
              <a:spcBef>
                <a:spcPts val="0"/>
              </a:spcBef>
              <a:spcAft>
                <a:spcPts val="0"/>
              </a:spcAft>
              <a:buClr>
                <a:schemeClr val="lt1"/>
              </a:buClr>
              <a:buSzPts val="800"/>
              <a:buChar char="○"/>
              <a:defRPr sz="1067">
                <a:solidFill>
                  <a:schemeClr val="lt1"/>
                </a:solidFill>
              </a:defRPr>
            </a:lvl5pPr>
            <a:lvl6pPr marL="3657509" lvl="5" indent="-372524" rtl="0">
              <a:spcBef>
                <a:spcPts val="0"/>
              </a:spcBef>
              <a:spcAft>
                <a:spcPts val="0"/>
              </a:spcAft>
              <a:buClr>
                <a:schemeClr val="lt1"/>
              </a:buClr>
              <a:buSzPts val="800"/>
              <a:buChar char="■"/>
              <a:defRPr sz="1067">
                <a:solidFill>
                  <a:schemeClr val="lt1"/>
                </a:solidFill>
              </a:defRPr>
            </a:lvl6pPr>
            <a:lvl7pPr marL="4267093" lvl="6" indent="-372524" rtl="0">
              <a:spcBef>
                <a:spcPts val="0"/>
              </a:spcBef>
              <a:spcAft>
                <a:spcPts val="0"/>
              </a:spcAft>
              <a:buClr>
                <a:schemeClr val="lt1"/>
              </a:buClr>
              <a:buSzPts val="800"/>
              <a:buChar char="●"/>
              <a:defRPr sz="1067">
                <a:solidFill>
                  <a:schemeClr val="lt1"/>
                </a:solidFill>
              </a:defRPr>
            </a:lvl7pPr>
            <a:lvl8pPr marL="4876678" lvl="7" indent="-372524" rtl="0">
              <a:spcBef>
                <a:spcPts val="0"/>
              </a:spcBef>
              <a:spcAft>
                <a:spcPts val="0"/>
              </a:spcAft>
              <a:buClr>
                <a:schemeClr val="lt1"/>
              </a:buClr>
              <a:buSzPts val="800"/>
              <a:buChar char="○"/>
              <a:defRPr sz="1067">
                <a:solidFill>
                  <a:schemeClr val="lt1"/>
                </a:solidFill>
              </a:defRPr>
            </a:lvl8pPr>
            <a:lvl9pPr marL="5486263" lvl="8" indent="-372524" rtl="0">
              <a:spcBef>
                <a:spcPts val="0"/>
              </a:spcBef>
              <a:spcAft>
                <a:spcPts val="0"/>
              </a:spcAft>
              <a:buClr>
                <a:schemeClr val="lt1"/>
              </a:buClr>
              <a:buSzPts val="800"/>
              <a:buChar char="■"/>
              <a:defRPr sz="1067">
                <a:solidFill>
                  <a:schemeClr val="lt1"/>
                </a:solidFill>
              </a:defRPr>
            </a:lvl9pPr>
          </a:lstStyle>
          <a:p>
            <a:endParaRPr/>
          </a:p>
        </p:txBody>
      </p:sp>
      <p:sp>
        <p:nvSpPr>
          <p:cNvPr id="31" name="Google Shape;241;p25">
            <a:extLst>
              <a:ext uri="{FF2B5EF4-FFF2-40B4-BE49-F238E27FC236}">
                <a16:creationId xmlns:a16="http://schemas.microsoft.com/office/drawing/2014/main" id="{A8662F1C-F639-0647-953E-6AF9B3C4E108}"/>
              </a:ext>
            </a:extLst>
          </p:cNvPr>
          <p:cNvSpPr>
            <a:spLocks noGrp="1"/>
          </p:cNvSpPr>
          <p:nvPr>
            <p:ph type="pic" idx="18"/>
          </p:nvPr>
        </p:nvSpPr>
        <p:spPr>
          <a:xfrm>
            <a:off x="8915349" y="2092191"/>
            <a:ext cx="2206800" cy="2206800"/>
          </a:xfrm>
          <a:prstGeom prst="ellipse">
            <a:avLst/>
          </a:prstGeom>
          <a:noFill/>
          <a:ln>
            <a:noFill/>
          </a:ln>
        </p:spPr>
        <p:txBody>
          <a:bodyPr anchor="ctr"/>
          <a:lstStyle>
            <a:lvl1pPr marL="0" indent="0" algn="ctr">
              <a:buNone/>
              <a:defRPr b="0" i="0">
                <a:latin typeface="Helvetica" pitchFamily="2" charset="0"/>
              </a:defRPr>
            </a:lvl1pPr>
          </a:lstStyle>
          <a:p>
            <a:endParaRPr lang="en-US"/>
          </a:p>
        </p:txBody>
      </p:sp>
      <p:sp>
        <p:nvSpPr>
          <p:cNvPr id="254" name="Google Shape;254;p25"/>
          <p:cNvSpPr txBox="1">
            <a:spLocks noGrp="1"/>
          </p:cNvSpPr>
          <p:nvPr>
            <p:ph type="body" idx="15"/>
          </p:nvPr>
        </p:nvSpPr>
        <p:spPr>
          <a:xfrm>
            <a:off x="8778240" y="4530591"/>
            <a:ext cx="2523600" cy="756000"/>
          </a:xfrm>
          <a:prstGeom prst="rect">
            <a:avLst/>
          </a:prstGeom>
        </p:spPr>
        <p:txBody>
          <a:bodyPr spcFirstLastPara="1" wrap="square" lIns="82275" tIns="18275" rIns="45700" bIns="18275" anchor="t" anchorCtr="0">
            <a:noAutofit/>
          </a:bodyPr>
          <a:lstStyle>
            <a:lvl1pPr marL="0" lvl="0" indent="0" algn="ctr" rtl="0">
              <a:lnSpc>
                <a:spcPct val="100000"/>
              </a:lnSpc>
              <a:spcBef>
                <a:spcPts val="0"/>
              </a:spcBef>
              <a:spcAft>
                <a:spcPts val="0"/>
              </a:spcAft>
              <a:buClr>
                <a:schemeClr val="lt1"/>
              </a:buClr>
              <a:buSzPts val="1100"/>
              <a:buNone/>
              <a:defRPr sz="1467" b="0" i="0">
                <a:solidFill>
                  <a:schemeClr val="lt1"/>
                </a:solidFill>
                <a:latin typeface="Helvetica" pitchFamily="2" charset="0"/>
              </a:defRPr>
            </a:lvl1pPr>
            <a:lvl2pPr marL="1219170" lvl="1" indent="-397923" rtl="0">
              <a:lnSpc>
                <a:spcPct val="100000"/>
              </a:lnSpc>
              <a:spcBef>
                <a:spcPts val="0"/>
              </a:spcBef>
              <a:spcAft>
                <a:spcPts val="0"/>
              </a:spcAft>
              <a:buClr>
                <a:schemeClr val="lt1"/>
              </a:buClr>
              <a:buSzPts val="1100"/>
              <a:buChar char="○"/>
              <a:defRPr sz="1467">
                <a:solidFill>
                  <a:schemeClr val="lt1"/>
                </a:solidFill>
              </a:defRPr>
            </a:lvl2pPr>
            <a:lvl3pPr marL="1828754" lvl="2" indent="-397923" rtl="0">
              <a:lnSpc>
                <a:spcPct val="100000"/>
              </a:lnSpc>
              <a:spcBef>
                <a:spcPts val="0"/>
              </a:spcBef>
              <a:spcAft>
                <a:spcPts val="0"/>
              </a:spcAft>
              <a:buClr>
                <a:schemeClr val="lt1"/>
              </a:buClr>
              <a:buSzPts val="1100"/>
              <a:buChar char="■"/>
              <a:defRPr sz="1467">
                <a:solidFill>
                  <a:schemeClr val="lt1"/>
                </a:solidFill>
              </a:defRPr>
            </a:lvl3pPr>
            <a:lvl4pPr marL="2438339" lvl="3" indent="-397923" rtl="0">
              <a:lnSpc>
                <a:spcPct val="100000"/>
              </a:lnSpc>
              <a:spcBef>
                <a:spcPts val="0"/>
              </a:spcBef>
              <a:spcAft>
                <a:spcPts val="0"/>
              </a:spcAft>
              <a:buClr>
                <a:schemeClr val="lt1"/>
              </a:buClr>
              <a:buSzPts val="1100"/>
              <a:buChar char="●"/>
              <a:defRPr sz="1467">
                <a:solidFill>
                  <a:schemeClr val="lt1"/>
                </a:solidFill>
              </a:defRPr>
            </a:lvl4pPr>
            <a:lvl5pPr marL="3047924" lvl="4" indent="-397923" rtl="0">
              <a:lnSpc>
                <a:spcPct val="100000"/>
              </a:lnSpc>
              <a:spcBef>
                <a:spcPts val="0"/>
              </a:spcBef>
              <a:spcAft>
                <a:spcPts val="0"/>
              </a:spcAft>
              <a:buClr>
                <a:schemeClr val="lt1"/>
              </a:buClr>
              <a:buSzPts val="1100"/>
              <a:buChar char="○"/>
              <a:defRPr sz="1467">
                <a:solidFill>
                  <a:schemeClr val="lt1"/>
                </a:solidFill>
              </a:defRPr>
            </a:lvl5pPr>
            <a:lvl6pPr marL="3657509" lvl="5" indent="-397923" rtl="0">
              <a:lnSpc>
                <a:spcPct val="100000"/>
              </a:lnSpc>
              <a:spcBef>
                <a:spcPts val="0"/>
              </a:spcBef>
              <a:spcAft>
                <a:spcPts val="0"/>
              </a:spcAft>
              <a:buClr>
                <a:schemeClr val="lt1"/>
              </a:buClr>
              <a:buSzPts val="1100"/>
              <a:buChar char="■"/>
              <a:defRPr sz="1467">
                <a:solidFill>
                  <a:schemeClr val="lt1"/>
                </a:solidFill>
              </a:defRPr>
            </a:lvl6pPr>
            <a:lvl7pPr marL="4267093" lvl="6" indent="-397923" rtl="0">
              <a:lnSpc>
                <a:spcPct val="100000"/>
              </a:lnSpc>
              <a:spcBef>
                <a:spcPts val="0"/>
              </a:spcBef>
              <a:spcAft>
                <a:spcPts val="0"/>
              </a:spcAft>
              <a:buClr>
                <a:schemeClr val="lt1"/>
              </a:buClr>
              <a:buSzPts val="1100"/>
              <a:buChar char="●"/>
              <a:defRPr sz="1467">
                <a:solidFill>
                  <a:schemeClr val="lt1"/>
                </a:solidFill>
              </a:defRPr>
            </a:lvl7pPr>
            <a:lvl8pPr marL="4876678" lvl="7" indent="-397923" rtl="0">
              <a:lnSpc>
                <a:spcPct val="100000"/>
              </a:lnSpc>
              <a:spcBef>
                <a:spcPts val="0"/>
              </a:spcBef>
              <a:spcAft>
                <a:spcPts val="0"/>
              </a:spcAft>
              <a:buClr>
                <a:schemeClr val="lt1"/>
              </a:buClr>
              <a:buSzPts val="1100"/>
              <a:buChar char="○"/>
              <a:defRPr sz="1467">
                <a:solidFill>
                  <a:schemeClr val="lt1"/>
                </a:solidFill>
              </a:defRPr>
            </a:lvl8pPr>
            <a:lvl9pPr marL="5486263" lvl="8" indent="-397923" rtl="0">
              <a:lnSpc>
                <a:spcPct val="100000"/>
              </a:lnSpc>
              <a:spcBef>
                <a:spcPts val="0"/>
              </a:spcBef>
              <a:spcAft>
                <a:spcPts val="0"/>
              </a:spcAft>
              <a:buClr>
                <a:schemeClr val="lt1"/>
              </a:buClr>
              <a:buSzPts val="1100"/>
              <a:buChar char="■"/>
              <a:defRPr sz="1467">
                <a:solidFill>
                  <a:schemeClr val="lt1"/>
                </a:solidFill>
              </a:defRPr>
            </a:lvl9pPr>
          </a:lstStyle>
          <a:p>
            <a:endParaRPr/>
          </a:p>
        </p:txBody>
      </p:sp>
      <p:pic>
        <p:nvPicPr>
          <p:cNvPr id="239" name="Google Shape;239;p25" descr="LinkedIn logo"/>
          <p:cNvPicPr preferRelativeResize="0"/>
          <p:nvPr/>
        </p:nvPicPr>
        <p:blipFill rotWithShape="1">
          <a:blip r:embed="rId4">
            <a:alphaModFix/>
          </a:blip>
          <a:srcRect/>
          <a:stretch/>
        </p:blipFill>
        <p:spPr>
          <a:xfrm>
            <a:off x="8902014" y="5741713"/>
            <a:ext cx="202135" cy="201833"/>
          </a:xfrm>
          <a:prstGeom prst="rect">
            <a:avLst/>
          </a:prstGeom>
          <a:noFill/>
          <a:ln>
            <a:noFill/>
          </a:ln>
        </p:spPr>
      </p:pic>
      <p:sp>
        <p:nvSpPr>
          <p:cNvPr id="251" name="Google Shape;251;p25"/>
          <p:cNvSpPr txBox="1">
            <a:spLocks noGrp="1"/>
          </p:cNvSpPr>
          <p:nvPr>
            <p:ph type="body" idx="9"/>
          </p:nvPr>
        </p:nvSpPr>
        <p:spPr>
          <a:xfrm>
            <a:off x="9217152" y="5713215"/>
            <a:ext cx="1914000" cy="244000"/>
          </a:xfrm>
          <a:prstGeom prst="rect">
            <a:avLst/>
          </a:prstGeom>
        </p:spPr>
        <p:txBody>
          <a:bodyPr spcFirstLastPara="1" wrap="square" lIns="45700" tIns="18275" rIns="45700" bIns="18275" anchor="t" anchorCtr="0">
            <a:noAutofit/>
          </a:bodyPr>
          <a:lstStyle>
            <a:lvl1pPr marL="0" lvl="0" indent="0" rtl="0">
              <a:spcBef>
                <a:spcPts val="0"/>
              </a:spcBef>
              <a:spcAft>
                <a:spcPts val="0"/>
              </a:spcAft>
              <a:buClr>
                <a:schemeClr val="lt1"/>
              </a:buClr>
              <a:buSzPts val="800"/>
              <a:buNone/>
              <a:defRPr sz="1067" b="0" i="0">
                <a:solidFill>
                  <a:schemeClr val="lt1"/>
                </a:solidFill>
                <a:latin typeface="Helvetica" pitchFamily="2" charset="0"/>
              </a:defRPr>
            </a:lvl1pPr>
            <a:lvl2pPr marL="1219170" lvl="1" indent="-372524" rtl="0">
              <a:spcBef>
                <a:spcPts val="0"/>
              </a:spcBef>
              <a:spcAft>
                <a:spcPts val="0"/>
              </a:spcAft>
              <a:buClr>
                <a:schemeClr val="lt1"/>
              </a:buClr>
              <a:buSzPts val="800"/>
              <a:buChar char="○"/>
              <a:defRPr sz="1067">
                <a:solidFill>
                  <a:schemeClr val="lt1"/>
                </a:solidFill>
              </a:defRPr>
            </a:lvl2pPr>
            <a:lvl3pPr marL="1828754" lvl="2" indent="-372524" rtl="0">
              <a:spcBef>
                <a:spcPts val="0"/>
              </a:spcBef>
              <a:spcAft>
                <a:spcPts val="0"/>
              </a:spcAft>
              <a:buClr>
                <a:schemeClr val="lt1"/>
              </a:buClr>
              <a:buSzPts val="800"/>
              <a:buChar char="■"/>
              <a:defRPr sz="1067">
                <a:solidFill>
                  <a:schemeClr val="lt1"/>
                </a:solidFill>
              </a:defRPr>
            </a:lvl3pPr>
            <a:lvl4pPr marL="2438339" lvl="3" indent="-372524" rtl="0">
              <a:spcBef>
                <a:spcPts val="0"/>
              </a:spcBef>
              <a:spcAft>
                <a:spcPts val="0"/>
              </a:spcAft>
              <a:buClr>
                <a:schemeClr val="lt1"/>
              </a:buClr>
              <a:buSzPts val="800"/>
              <a:buChar char="●"/>
              <a:defRPr sz="1067">
                <a:solidFill>
                  <a:schemeClr val="lt1"/>
                </a:solidFill>
              </a:defRPr>
            </a:lvl4pPr>
            <a:lvl5pPr marL="3047924" lvl="4" indent="-372524" rtl="0">
              <a:spcBef>
                <a:spcPts val="0"/>
              </a:spcBef>
              <a:spcAft>
                <a:spcPts val="0"/>
              </a:spcAft>
              <a:buClr>
                <a:schemeClr val="lt1"/>
              </a:buClr>
              <a:buSzPts val="800"/>
              <a:buChar char="○"/>
              <a:defRPr sz="1067">
                <a:solidFill>
                  <a:schemeClr val="lt1"/>
                </a:solidFill>
              </a:defRPr>
            </a:lvl5pPr>
            <a:lvl6pPr marL="3657509" lvl="5" indent="-372524" rtl="0">
              <a:spcBef>
                <a:spcPts val="0"/>
              </a:spcBef>
              <a:spcAft>
                <a:spcPts val="0"/>
              </a:spcAft>
              <a:buClr>
                <a:schemeClr val="lt1"/>
              </a:buClr>
              <a:buSzPts val="800"/>
              <a:buChar char="■"/>
              <a:defRPr sz="1067">
                <a:solidFill>
                  <a:schemeClr val="lt1"/>
                </a:solidFill>
              </a:defRPr>
            </a:lvl6pPr>
            <a:lvl7pPr marL="4267093" lvl="6" indent="-372524" rtl="0">
              <a:spcBef>
                <a:spcPts val="0"/>
              </a:spcBef>
              <a:spcAft>
                <a:spcPts val="0"/>
              </a:spcAft>
              <a:buClr>
                <a:schemeClr val="lt1"/>
              </a:buClr>
              <a:buSzPts val="800"/>
              <a:buChar char="●"/>
              <a:defRPr sz="1067">
                <a:solidFill>
                  <a:schemeClr val="lt1"/>
                </a:solidFill>
              </a:defRPr>
            </a:lvl7pPr>
            <a:lvl8pPr marL="4876678" lvl="7" indent="-372524" rtl="0">
              <a:spcBef>
                <a:spcPts val="0"/>
              </a:spcBef>
              <a:spcAft>
                <a:spcPts val="0"/>
              </a:spcAft>
              <a:buClr>
                <a:schemeClr val="lt1"/>
              </a:buClr>
              <a:buSzPts val="800"/>
              <a:buChar char="○"/>
              <a:defRPr sz="1067">
                <a:solidFill>
                  <a:schemeClr val="lt1"/>
                </a:solidFill>
              </a:defRPr>
            </a:lvl8pPr>
            <a:lvl9pPr marL="5486263" lvl="8" indent="-372524" rtl="0">
              <a:spcBef>
                <a:spcPts val="0"/>
              </a:spcBef>
              <a:spcAft>
                <a:spcPts val="0"/>
              </a:spcAft>
              <a:buClr>
                <a:schemeClr val="lt1"/>
              </a:buClr>
              <a:buSzPts val="800"/>
              <a:buChar char="■"/>
              <a:defRPr sz="1067">
                <a:solidFill>
                  <a:schemeClr val="lt1"/>
                </a:solidFill>
              </a:defRPr>
            </a:lvl9pPr>
          </a:lstStyle>
          <a:p>
            <a:endParaRPr/>
          </a:p>
        </p:txBody>
      </p:sp>
      <p:sp>
        <p:nvSpPr>
          <p:cNvPr id="34" name="Google Shape;268;p27">
            <a:extLst>
              <a:ext uri="{FF2B5EF4-FFF2-40B4-BE49-F238E27FC236}">
                <a16:creationId xmlns:a16="http://schemas.microsoft.com/office/drawing/2014/main" id="{5F31D209-DE2E-1B4B-B119-6820B2255B10}"/>
              </a:ext>
            </a:extLst>
          </p:cNvPr>
          <p:cNvSpPr/>
          <p:nvPr/>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sp>
        <p:nvSpPr>
          <p:cNvPr id="6" name="Google Shape;56;p14">
            <a:extLst>
              <a:ext uri="{FF2B5EF4-FFF2-40B4-BE49-F238E27FC236}">
                <a16:creationId xmlns:a16="http://schemas.microsoft.com/office/drawing/2014/main" id="{7A68D51C-353C-4223-C959-E3C6E09B23A3}"/>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13604449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matchingName="Speaker Intro" preserve="1">
  <p:cSld name="Speaker Intro">
    <p:spTree>
      <p:nvGrpSpPr>
        <p:cNvPr id="1" name="Shape 255"/>
        <p:cNvGrpSpPr/>
        <p:nvPr/>
      </p:nvGrpSpPr>
      <p:grpSpPr>
        <a:xfrm>
          <a:off x="0" y="0"/>
          <a:ext cx="0" cy="0"/>
          <a:chOff x="0" y="0"/>
          <a:chExt cx="0" cy="0"/>
        </a:xfrm>
      </p:grpSpPr>
      <p:cxnSp>
        <p:nvCxnSpPr>
          <p:cNvPr id="3" name="Google Shape;67;p15">
            <a:extLst>
              <a:ext uri="{FF2B5EF4-FFF2-40B4-BE49-F238E27FC236}">
                <a16:creationId xmlns:a16="http://schemas.microsoft.com/office/drawing/2014/main" id="{A21E608C-C7FC-9AE9-BC53-A7D02BA6345D}"/>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grpSp>
        <p:nvGrpSpPr>
          <p:cNvPr id="2" name="Group 1">
            <a:extLst>
              <a:ext uri="{FF2B5EF4-FFF2-40B4-BE49-F238E27FC236}">
                <a16:creationId xmlns:a16="http://schemas.microsoft.com/office/drawing/2014/main" id="{018A83E5-E863-3A66-1EC3-C2183322C3CD}"/>
              </a:ext>
              <a:ext uri="{C183D7F6-B498-43B3-948B-1728B52AA6E4}">
                <adec:decorative xmlns:adec="http://schemas.microsoft.com/office/drawing/2017/decorative" val="1"/>
              </a:ext>
            </a:extLst>
          </p:cNvPr>
          <p:cNvGrpSpPr/>
          <p:nvPr userDrawn="1"/>
        </p:nvGrpSpPr>
        <p:grpSpPr>
          <a:xfrm>
            <a:off x="-4218440" y="-3437"/>
            <a:ext cx="16395573" cy="6858001"/>
            <a:chOff x="-3163830" y="-2578"/>
            <a:chExt cx="12296680" cy="5143501"/>
          </a:xfrm>
        </p:grpSpPr>
        <p:pic>
          <p:nvPicPr>
            <p:cNvPr id="256" name="Google Shape;256;p26">
              <a:extLst>
                <a:ext uri="{C183D7F6-B498-43B3-948B-1728B52AA6E4}">
                  <adec:decorative xmlns:adec="http://schemas.microsoft.com/office/drawing/2017/decorative" val="1"/>
                </a:ext>
              </a:extLst>
            </p:cNvPr>
            <p:cNvPicPr preferRelativeResize="0"/>
            <p:nvPr/>
          </p:nvPicPr>
          <p:blipFill rotWithShape="1">
            <a:blip r:embed="rId2">
              <a:alphaModFix/>
            </a:blip>
            <a:srcRect/>
            <a:stretch/>
          </p:blipFill>
          <p:spPr>
            <a:xfrm flipH="1">
              <a:off x="3247837" y="-2578"/>
              <a:ext cx="5885013" cy="5143501"/>
            </a:xfrm>
            <a:prstGeom prst="rect">
              <a:avLst/>
            </a:prstGeom>
            <a:noFill/>
            <a:ln>
              <a:noFill/>
            </a:ln>
          </p:spPr>
        </p:pic>
        <p:sp>
          <p:nvSpPr>
            <p:cNvPr id="257" name="Google Shape;257;p26">
              <a:extLst>
                <a:ext uri="{C183D7F6-B498-43B3-948B-1728B52AA6E4}">
                  <adec:decorative xmlns:adec="http://schemas.microsoft.com/office/drawing/2017/decorative" val="1"/>
                </a:ext>
              </a:extLst>
            </p:cNvPr>
            <p:cNvSpPr/>
            <p:nvPr/>
          </p:nvSpPr>
          <p:spPr>
            <a:xfrm>
              <a:off x="1265478" y="2963817"/>
              <a:ext cx="3991200" cy="562800"/>
            </a:xfrm>
            <a:prstGeom prst="roundRect">
              <a:avLst>
                <a:gd name="adj" fmla="val 371"/>
              </a:avLst>
            </a:prstGeom>
            <a:solidFill>
              <a:srgbClr val="161828"/>
            </a:solidFill>
            <a:ln>
              <a:noFill/>
            </a:ln>
            <a:effectLst>
              <a:outerShdw blurRad="1270000" dist="2540000" dir="7800000" sx="90000" sy="90000" algn="tr" rotWithShape="0">
                <a:srgbClr val="000000">
                  <a:alpha val="40000"/>
                </a:srgbClr>
              </a:outerShdw>
            </a:effectLst>
          </p:spPr>
          <p:txBody>
            <a:bodyPr spcFirstLastPara="1" wrap="square" lIns="42900" tIns="21450" rIns="42900" bIns="21450" anchor="ctr" anchorCtr="0">
              <a:noAutofit/>
            </a:bodyPr>
            <a:lstStyle/>
            <a:p>
              <a:pPr marL="0" marR="0" lvl="0" indent="0" algn="ctr" rtl="0">
                <a:spcBef>
                  <a:spcPts val="0"/>
                </a:spcBef>
                <a:spcAft>
                  <a:spcPts val="0"/>
                </a:spcAft>
                <a:buNone/>
              </a:pPr>
              <a:endParaRPr sz="1067" b="0" i="0" u="none" strike="noStrike" cap="none">
                <a:solidFill>
                  <a:schemeClr val="lt1"/>
                </a:solidFill>
                <a:latin typeface="Helvetica" pitchFamily="2" charset="0"/>
                <a:ea typeface="Calibri"/>
                <a:cs typeface="Calibri"/>
                <a:sym typeface="Calibri"/>
              </a:endParaRPr>
            </a:p>
          </p:txBody>
        </p:sp>
        <p:sp>
          <p:nvSpPr>
            <p:cNvPr id="258" name="Google Shape;258;p26">
              <a:extLst>
                <a:ext uri="{C183D7F6-B498-43B3-948B-1728B52AA6E4}">
                  <adec:decorative xmlns:adec="http://schemas.microsoft.com/office/drawing/2017/decorative" val="1"/>
                </a:ext>
              </a:extLst>
            </p:cNvPr>
            <p:cNvSpPr/>
            <p:nvPr/>
          </p:nvSpPr>
          <p:spPr>
            <a:xfrm>
              <a:off x="1265478" y="1857388"/>
              <a:ext cx="3991200" cy="1106400"/>
            </a:xfrm>
            <a:prstGeom prst="roundRect">
              <a:avLst>
                <a:gd name="adj" fmla="val 371"/>
              </a:avLst>
            </a:prstGeom>
            <a:gradFill>
              <a:gsLst>
                <a:gs pos="0">
                  <a:srgbClr val="1F9CF0"/>
                </a:gs>
                <a:gs pos="2000">
                  <a:srgbClr val="1F9CF0"/>
                </a:gs>
                <a:gs pos="100000">
                  <a:srgbClr val="9477E2"/>
                </a:gs>
              </a:gsLst>
              <a:path path="circle">
                <a:fillToRect l="50000" t="50000" r="50000" b="50000"/>
              </a:path>
              <a:tileRect/>
            </a:gradFill>
            <a:ln>
              <a:noFill/>
            </a:ln>
          </p:spPr>
          <p:txBody>
            <a:bodyPr spcFirstLastPara="1" wrap="square" lIns="42900" tIns="21450" rIns="42900" bIns="21450" anchor="ctr" anchorCtr="0">
              <a:noAutofit/>
            </a:bodyPr>
            <a:lstStyle/>
            <a:p>
              <a:pPr marL="0" lvl="0" indent="0" algn="ctr" defTabSz="1219170" eaLnBrk="1" fontAlgn="auto" latinLnBrk="0" hangingPunct="1">
                <a:buClrTx/>
                <a:buSzTx/>
                <a:buFontTx/>
                <a:buNone/>
                <a:tabLst/>
              </a:pPr>
              <a:endParaRPr kumimoji="0" sz="1067" kern="0" spc="0" normalizeH="0" baseline="0">
                <a:ln>
                  <a:noFill/>
                </a:ln>
                <a:solidFill>
                  <a:srgbClr val="FFFFFF"/>
                </a:solidFill>
                <a:effectLst/>
                <a:uLnTx/>
                <a:uFillTx/>
                <a:latin typeface="Helvetica" pitchFamily="2" charset="0"/>
                <a:ea typeface="Calibri"/>
                <a:cs typeface="Calibri"/>
                <a:sym typeface="Calibri"/>
              </a:endParaRPr>
            </a:p>
          </p:txBody>
        </p:sp>
        <p:pic>
          <p:nvPicPr>
            <p:cNvPr id="259" name="Google Shape;259;p26"/>
            <p:cNvPicPr preferRelativeResize="0"/>
            <p:nvPr/>
          </p:nvPicPr>
          <p:blipFill rotWithShape="1">
            <a:blip r:embed="rId3">
              <a:alphaModFix amt="30000"/>
            </a:blip>
            <a:srcRect/>
            <a:stretch/>
          </p:blipFill>
          <p:spPr>
            <a:xfrm>
              <a:off x="-3163830" y="1082633"/>
              <a:ext cx="3762369" cy="3762369"/>
            </a:xfrm>
            <a:prstGeom prst="rect">
              <a:avLst/>
            </a:prstGeom>
            <a:noFill/>
            <a:ln>
              <a:noFill/>
            </a:ln>
          </p:spPr>
        </p:pic>
      </p:grpSp>
      <p:sp>
        <p:nvSpPr>
          <p:cNvPr id="262" name="Google Shape;262;p26"/>
          <p:cNvSpPr txBox="1">
            <a:spLocks noGrp="1"/>
          </p:cNvSpPr>
          <p:nvPr>
            <p:ph type="title"/>
          </p:nvPr>
        </p:nvSpPr>
        <p:spPr>
          <a:xfrm>
            <a:off x="1633733" y="1187133"/>
            <a:ext cx="5364400" cy="1121600"/>
          </a:xfrm>
          <a:prstGeom prst="rect">
            <a:avLst/>
          </a:prstGeom>
        </p:spPr>
        <p:txBody>
          <a:bodyPr spcFirstLastPara="1" wrap="square" lIns="45700" tIns="18275" rIns="45700" bIns="18275" anchor="b" anchorCtr="0">
            <a:noAutofit/>
          </a:bodyPr>
          <a:lstStyle>
            <a:lvl1pPr lvl="0">
              <a:spcBef>
                <a:spcPts val="0"/>
              </a:spcBef>
              <a:spcAft>
                <a:spcPts val="0"/>
              </a:spcAft>
              <a:buSzPts val="3400"/>
              <a:buNone/>
              <a:defRPr b="1" i="0">
                <a:latin typeface="Helvetica" pitchFamily="2" charset="0"/>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3" name="Google Shape;263;p26"/>
          <p:cNvSpPr txBox="1">
            <a:spLocks noGrp="1"/>
          </p:cNvSpPr>
          <p:nvPr>
            <p:ph type="body" idx="1"/>
          </p:nvPr>
        </p:nvSpPr>
        <p:spPr>
          <a:xfrm>
            <a:off x="1914144" y="2682233"/>
            <a:ext cx="4864800" cy="1097200"/>
          </a:xfrm>
          <a:prstGeom prst="rect">
            <a:avLst/>
          </a:prstGeom>
        </p:spPr>
        <p:txBody>
          <a:bodyPr spcFirstLastPara="1" wrap="square" lIns="45700" tIns="18275" rIns="45700" bIns="18275" anchor="t" anchorCtr="0">
            <a:noAutofit/>
          </a:bodyPr>
          <a:lstStyle>
            <a:lvl1pPr marL="0" lvl="0" indent="0">
              <a:lnSpc>
                <a:spcPct val="100000"/>
              </a:lnSpc>
              <a:spcBef>
                <a:spcPts val="0"/>
              </a:spcBef>
              <a:spcAft>
                <a:spcPts val="0"/>
              </a:spcAft>
              <a:buClr>
                <a:schemeClr val="lt1"/>
              </a:buClr>
              <a:buSzPts val="1700"/>
              <a:buNone/>
              <a:defRPr sz="2267" b="0" i="0">
                <a:solidFill>
                  <a:schemeClr val="lt1"/>
                </a:solidFill>
                <a:latin typeface="Helvetica" pitchFamily="2" charset="0"/>
              </a:defRPr>
            </a:lvl1pPr>
            <a:lvl2pPr marL="1219170" lvl="1" indent="-448722">
              <a:lnSpc>
                <a:spcPct val="100000"/>
              </a:lnSpc>
              <a:spcBef>
                <a:spcPts val="0"/>
              </a:spcBef>
              <a:spcAft>
                <a:spcPts val="0"/>
              </a:spcAft>
              <a:buClr>
                <a:schemeClr val="lt1"/>
              </a:buClr>
              <a:buSzPts val="1700"/>
              <a:buChar char="○"/>
              <a:defRPr sz="2267">
                <a:solidFill>
                  <a:schemeClr val="lt1"/>
                </a:solidFill>
              </a:defRPr>
            </a:lvl2pPr>
            <a:lvl3pPr marL="1828754" lvl="2" indent="-448722">
              <a:lnSpc>
                <a:spcPct val="100000"/>
              </a:lnSpc>
              <a:spcBef>
                <a:spcPts val="0"/>
              </a:spcBef>
              <a:spcAft>
                <a:spcPts val="0"/>
              </a:spcAft>
              <a:buClr>
                <a:schemeClr val="lt1"/>
              </a:buClr>
              <a:buSzPts val="1700"/>
              <a:buChar char="■"/>
              <a:defRPr sz="2267">
                <a:solidFill>
                  <a:schemeClr val="lt1"/>
                </a:solidFill>
              </a:defRPr>
            </a:lvl3pPr>
            <a:lvl4pPr marL="2438339" lvl="3" indent="-448722">
              <a:lnSpc>
                <a:spcPct val="100000"/>
              </a:lnSpc>
              <a:spcBef>
                <a:spcPts val="0"/>
              </a:spcBef>
              <a:spcAft>
                <a:spcPts val="0"/>
              </a:spcAft>
              <a:buClr>
                <a:schemeClr val="lt1"/>
              </a:buClr>
              <a:buSzPts val="1700"/>
              <a:buChar char="●"/>
              <a:defRPr sz="2267">
                <a:solidFill>
                  <a:schemeClr val="lt1"/>
                </a:solidFill>
              </a:defRPr>
            </a:lvl4pPr>
            <a:lvl5pPr marL="3047924" lvl="4" indent="-448722">
              <a:lnSpc>
                <a:spcPct val="100000"/>
              </a:lnSpc>
              <a:spcBef>
                <a:spcPts val="0"/>
              </a:spcBef>
              <a:spcAft>
                <a:spcPts val="0"/>
              </a:spcAft>
              <a:buClr>
                <a:schemeClr val="lt1"/>
              </a:buClr>
              <a:buSzPts val="1700"/>
              <a:buChar char="○"/>
              <a:defRPr sz="2267">
                <a:solidFill>
                  <a:schemeClr val="lt1"/>
                </a:solidFill>
              </a:defRPr>
            </a:lvl5pPr>
            <a:lvl6pPr marL="3657509" lvl="5" indent="-448722">
              <a:lnSpc>
                <a:spcPct val="100000"/>
              </a:lnSpc>
              <a:spcBef>
                <a:spcPts val="0"/>
              </a:spcBef>
              <a:spcAft>
                <a:spcPts val="0"/>
              </a:spcAft>
              <a:buClr>
                <a:schemeClr val="lt1"/>
              </a:buClr>
              <a:buSzPts val="1700"/>
              <a:buChar char="■"/>
              <a:defRPr sz="2267">
                <a:solidFill>
                  <a:schemeClr val="lt1"/>
                </a:solidFill>
              </a:defRPr>
            </a:lvl6pPr>
            <a:lvl7pPr marL="4267093" lvl="6" indent="-448722">
              <a:lnSpc>
                <a:spcPct val="100000"/>
              </a:lnSpc>
              <a:spcBef>
                <a:spcPts val="0"/>
              </a:spcBef>
              <a:spcAft>
                <a:spcPts val="0"/>
              </a:spcAft>
              <a:buClr>
                <a:schemeClr val="lt1"/>
              </a:buClr>
              <a:buSzPts val="1700"/>
              <a:buChar char="●"/>
              <a:defRPr sz="2267">
                <a:solidFill>
                  <a:schemeClr val="lt1"/>
                </a:solidFill>
              </a:defRPr>
            </a:lvl7pPr>
            <a:lvl8pPr marL="4876678" lvl="7" indent="-448722">
              <a:lnSpc>
                <a:spcPct val="100000"/>
              </a:lnSpc>
              <a:spcBef>
                <a:spcPts val="0"/>
              </a:spcBef>
              <a:spcAft>
                <a:spcPts val="0"/>
              </a:spcAft>
              <a:buClr>
                <a:schemeClr val="lt1"/>
              </a:buClr>
              <a:buSzPts val="1700"/>
              <a:buChar char="○"/>
              <a:defRPr sz="2267">
                <a:solidFill>
                  <a:schemeClr val="lt1"/>
                </a:solidFill>
              </a:defRPr>
            </a:lvl8pPr>
            <a:lvl9pPr marL="5486263" lvl="8" indent="-448722">
              <a:lnSpc>
                <a:spcPct val="100000"/>
              </a:lnSpc>
              <a:spcBef>
                <a:spcPts val="0"/>
              </a:spcBef>
              <a:spcAft>
                <a:spcPts val="0"/>
              </a:spcAft>
              <a:buClr>
                <a:schemeClr val="lt1"/>
              </a:buClr>
              <a:buSzPts val="1700"/>
              <a:buChar char="■"/>
              <a:defRPr sz="2267">
                <a:solidFill>
                  <a:schemeClr val="lt1"/>
                </a:solidFill>
              </a:defRPr>
            </a:lvl9pPr>
          </a:lstStyle>
          <a:p>
            <a:endParaRPr/>
          </a:p>
        </p:txBody>
      </p:sp>
      <p:pic>
        <p:nvPicPr>
          <p:cNvPr id="260" name="Google Shape;260;p26" descr="LinkedIn logo"/>
          <p:cNvPicPr preferRelativeResize="0"/>
          <p:nvPr/>
        </p:nvPicPr>
        <p:blipFill rotWithShape="1">
          <a:blip r:embed="rId4">
            <a:alphaModFix/>
          </a:blip>
          <a:srcRect/>
          <a:stretch/>
        </p:blipFill>
        <p:spPr>
          <a:xfrm>
            <a:off x="2026729" y="4199734"/>
            <a:ext cx="254409" cy="254409"/>
          </a:xfrm>
          <a:prstGeom prst="rect">
            <a:avLst/>
          </a:prstGeom>
          <a:noFill/>
          <a:ln>
            <a:noFill/>
          </a:ln>
        </p:spPr>
      </p:pic>
      <p:sp>
        <p:nvSpPr>
          <p:cNvPr id="264" name="Google Shape;264;p26"/>
          <p:cNvSpPr txBox="1">
            <a:spLocks noGrp="1"/>
          </p:cNvSpPr>
          <p:nvPr>
            <p:ph type="body" idx="2"/>
          </p:nvPr>
        </p:nvSpPr>
        <p:spPr>
          <a:xfrm>
            <a:off x="2497687" y="4063513"/>
            <a:ext cx="3938000" cy="526848"/>
          </a:xfrm>
          <a:prstGeom prst="rect">
            <a:avLst/>
          </a:prstGeom>
        </p:spPr>
        <p:txBody>
          <a:bodyPr spcFirstLastPara="1" wrap="square" lIns="45700" tIns="18275" rIns="45700" bIns="18275" anchor="ctr" anchorCtr="0">
            <a:noAutofit/>
          </a:bodyPr>
          <a:lstStyle>
            <a:lvl1pPr marL="0" lvl="0" indent="0">
              <a:spcBef>
                <a:spcPts val="0"/>
              </a:spcBef>
              <a:spcAft>
                <a:spcPts val="0"/>
              </a:spcAft>
              <a:buClr>
                <a:schemeClr val="lt1"/>
              </a:buClr>
              <a:buSzPts val="1700"/>
              <a:buNone/>
              <a:defRPr sz="1867" b="0" i="0">
                <a:solidFill>
                  <a:schemeClr val="lt1"/>
                </a:solidFill>
                <a:latin typeface="Helvetica" pitchFamily="2" charset="0"/>
              </a:defRPr>
            </a:lvl1pPr>
            <a:lvl2pPr marL="1219170" lvl="1" indent="-448722">
              <a:spcBef>
                <a:spcPts val="0"/>
              </a:spcBef>
              <a:spcAft>
                <a:spcPts val="0"/>
              </a:spcAft>
              <a:buClr>
                <a:schemeClr val="lt1"/>
              </a:buClr>
              <a:buSzPts val="1700"/>
              <a:buChar char="○"/>
              <a:defRPr sz="2267">
                <a:solidFill>
                  <a:schemeClr val="lt1"/>
                </a:solidFill>
              </a:defRPr>
            </a:lvl2pPr>
            <a:lvl3pPr marL="1828754" lvl="2" indent="-448722">
              <a:spcBef>
                <a:spcPts val="0"/>
              </a:spcBef>
              <a:spcAft>
                <a:spcPts val="0"/>
              </a:spcAft>
              <a:buClr>
                <a:schemeClr val="lt1"/>
              </a:buClr>
              <a:buSzPts val="1700"/>
              <a:buChar char="■"/>
              <a:defRPr sz="2267">
                <a:solidFill>
                  <a:schemeClr val="lt1"/>
                </a:solidFill>
              </a:defRPr>
            </a:lvl3pPr>
            <a:lvl4pPr marL="2438339" lvl="3" indent="-448722">
              <a:spcBef>
                <a:spcPts val="0"/>
              </a:spcBef>
              <a:spcAft>
                <a:spcPts val="0"/>
              </a:spcAft>
              <a:buClr>
                <a:schemeClr val="lt1"/>
              </a:buClr>
              <a:buSzPts val="1700"/>
              <a:buChar char="●"/>
              <a:defRPr sz="2267">
                <a:solidFill>
                  <a:schemeClr val="lt1"/>
                </a:solidFill>
              </a:defRPr>
            </a:lvl4pPr>
            <a:lvl5pPr marL="3047924" lvl="4" indent="-448722">
              <a:spcBef>
                <a:spcPts val="0"/>
              </a:spcBef>
              <a:spcAft>
                <a:spcPts val="0"/>
              </a:spcAft>
              <a:buClr>
                <a:schemeClr val="lt1"/>
              </a:buClr>
              <a:buSzPts val="1700"/>
              <a:buChar char="○"/>
              <a:defRPr sz="2267">
                <a:solidFill>
                  <a:schemeClr val="lt1"/>
                </a:solidFill>
              </a:defRPr>
            </a:lvl5pPr>
            <a:lvl6pPr marL="3657509" lvl="5" indent="-448722">
              <a:spcBef>
                <a:spcPts val="0"/>
              </a:spcBef>
              <a:spcAft>
                <a:spcPts val="0"/>
              </a:spcAft>
              <a:buClr>
                <a:schemeClr val="lt1"/>
              </a:buClr>
              <a:buSzPts val="1700"/>
              <a:buChar char="■"/>
              <a:defRPr sz="2267">
                <a:solidFill>
                  <a:schemeClr val="lt1"/>
                </a:solidFill>
              </a:defRPr>
            </a:lvl6pPr>
            <a:lvl7pPr marL="4267093" lvl="6" indent="-448722">
              <a:spcBef>
                <a:spcPts val="0"/>
              </a:spcBef>
              <a:spcAft>
                <a:spcPts val="0"/>
              </a:spcAft>
              <a:buClr>
                <a:schemeClr val="lt1"/>
              </a:buClr>
              <a:buSzPts val="1700"/>
              <a:buChar char="●"/>
              <a:defRPr sz="2267">
                <a:solidFill>
                  <a:schemeClr val="lt1"/>
                </a:solidFill>
              </a:defRPr>
            </a:lvl7pPr>
            <a:lvl8pPr marL="4876678" lvl="7" indent="-448722">
              <a:spcBef>
                <a:spcPts val="0"/>
              </a:spcBef>
              <a:spcAft>
                <a:spcPts val="0"/>
              </a:spcAft>
              <a:buClr>
                <a:schemeClr val="lt1"/>
              </a:buClr>
              <a:buSzPts val="1700"/>
              <a:buChar char="○"/>
              <a:defRPr sz="2267">
                <a:solidFill>
                  <a:schemeClr val="lt1"/>
                </a:solidFill>
              </a:defRPr>
            </a:lvl8pPr>
            <a:lvl9pPr marL="5486263" lvl="8" indent="-448722">
              <a:spcBef>
                <a:spcPts val="0"/>
              </a:spcBef>
              <a:spcAft>
                <a:spcPts val="0"/>
              </a:spcAft>
              <a:buClr>
                <a:schemeClr val="lt1"/>
              </a:buClr>
              <a:buSzPts val="1700"/>
              <a:buChar char="■"/>
              <a:defRPr sz="2267">
                <a:solidFill>
                  <a:schemeClr val="lt1"/>
                </a:solidFill>
              </a:defRPr>
            </a:lvl9pPr>
          </a:lstStyle>
          <a:p>
            <a:endParaRPr/>
          </a:p>
        </p:txBody>
      </p:sp>
      <p:sp>
        <p:nvSpPr>
          <p:cNvPr id="6" name="Google Shape;56;p14">
            <a:extLst>
              <a:ext uri="{FF2B5EF4-FFF2-40B4-BE49-F238E27FC236}">
                <a16:creationId xmlns:a16="http://schemas.microsoft.com/office/drawing/2014/main" id="{EED78FB2-533E-3CEF-732D-28F38B9DA4EC}"/>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312354568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747713" y="536111"/>
            <a:ext cx="10696574" cy="498598"/>
          </a:xfrm>
          <a:noFill/>
          <a:ln>
            <a:noFill/>
          </a:ln>
        </p:spPr>
        <p:txBody>
          <a:bodyPr spcFirstLastPara="1" wrap="square" lIns="0" tIns="0" rIns="0" bIns="0" anchor="t" anchorCtr="0">
            <a:spAutoFit/>
          </a:bodyPr>
          <a:lstStyle>
            <a:lvl1pPr>
              <a:defRPr lang="en-US" sz="3600">
                <a:latin typeface="+mj-lt"/>
              </a:defRPr>
            </a:lvl1pPr>
          </a:lstStyle>
          <a:p>
            <a:pPr marL="0" lvl="0"/>
            <a:r>
              <a:rPr lang="en-US"/>
              <a:t>Click to edit Master title style</a:t>
            </a:r>
          </a:p>
        </p:txBody>
      </p:sp>
      <p:sp>
        <p:nvSpPr>
          <p:cNvPr id="3" name="Google Shape;268;p27">
            <a:extLst>
              <a:ext uri="{FF2B5EF4-FFF2-40B4-BE49-F238E27FC236}">
                <a16:creationId xmlns:a16="http://schemas.microsoft.com/office/drawing/2014/main" id="{3AF86EE4-E7DF-DDB4-43E0-47F9B609B204}"/>
              </a:ext>
            </a:extLst>
          </p:cNvPr>
          <p:cNvSpPr/>
          <p:nvPr userDrawn="1"/>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4" name="Google Shape;67;p15">
            <a:extLst>
              <a:ext uri="{FF2B5EF4-FFF2-40B4-BE49-F238E27FC236}">
                <a16:creationId xmlns:a16="http://schemas.microsoft.com/office/drawing/2014/main" id="{018A8A0D-A556-CF1C-FA26-688EDFB4469D}"/>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6" name="Google Shape;56;p14">
            <a:extLst>
              <a:ext uri="{FF2B5EF4-FFF2-40B4-BE49-F238E27FC236}">
                <a16:creationId xmlns:a16="http://schemas.microsoft.com/office/drawing/2014/main" id="{A57387E0-1C59-D1D5-C5AB-45FDABE61AA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599354158"/>
      </p:ext>
    </p:extLst>
  </p:cSld>
  <p:clrMapOvr>
    <a:masterClrMapping/>
  </p:clrMapOvr>
  <p:transition>
    <p:fade/>
  </p:transition>
  <p:extLst>
    <p:ext uri="{DCECCB84-F9BA-43D5-87BE-67443E8EF086}">
      <p15:sldGuideLst xmlns:p15="http://schemas.microsoft.com/office/powerpoint/2012/main">
        <p15:guide id="6" pos="795">
          <p15:clr>
            <a:srgbClr val="A4A3A4"/>
          </p15:clr>
        </p15:guide>
        <p15:guide id="7" pos="981">
          <p15:clr>
            <a:srgbClr val="A4A3A4"/>
          </p15:clr>
        </p15:guide>
        <p15:guide id="8" pos="1401">
          <p15:clr>
            <a:srgbClr val="A4A3A4"/>
          </p15:clr>
        </p15:guide>
        <p15:guide id="9" pos="1587">
          <p15:clr>
            <a:srgbClr val="A4A3A4"/>
          </p15:clr>
        </p15:guide>
        <p15:guide id="10" pos="2006">
          <p15:clr>
            <a:srgbClr val="A4A3A4"/>
          </p15:clr>
        </p15:guide>
        <p15:guide id="11" pos="2193">
          <p15:clr>
            <a:srgbClr val="A4A3A4"/>
          </p15:clr>
        </p15:guide>
        <p15:guide id="12" pos="2612">
          <p15:clr>
            <a:srgbClr val="A4A3A4"/>
          </p15:clr>
        </p15:guide>
        <p15:guide id="13" pos="2799">
          <p15:clr>
            <a:srgbClr val="A4A3A4"/>
          </p15:clr>
        </p15:guide>
        <p15:guide id="14" pos="3218">
          <p15:clr>
            <a:srgbClr val="A4A3A4"/>
          </p15:clr>
        </p15:guide>
        <p15:guide id="15" pos="3405">
          <p15:clr>
            <a:srgbClr val="A4A3A4"/>
          </p15:clr>
        </p15:guide>
        <p15:guide id="16" pos="3824">
          <p15:clr>
            <a:srgbClr val="A4A3A4"/>
          </p15:clr>
        </p15:guide>
        <p15:guide id="17" pos="4011">
          <p15:clr>
            <a:srgbClr val="A4A3A4"/>
          </p15:clr>
        </p15:guide>
        <p15:guide id="18" pos="4430">
          <p15:clr>
            <a:srgbClr val="A4A3A4"/>
          </p15:clr>
        </p15:guide>
        <p15:guide id="19" pos="4617">
          <p15:clr>
            <a:srgbClr val="A4A3A4"/>
          </p15:clr>
        </p15:guide>
        <p15:guide id="20" pos="5036">
          <p15:clr>
            <a:srgbClr val="A4A3A4"/>
          </p15:clr>
        </p15:guide>
        <p15:guide id="21" pos="5223">
          <p15:clr>
            <a:srgbClr val="A4A3A4"/>
          </p15:clr>
        </p15:guide>
        <p15:guide id="22" pos="5640">
          <p15:clr>
            <a:srgbClr val="A4A3A4"/>
          </p15:clr>
        </p15:guide>
        <p15:guide id="23" pos="5829">
          <p15:clr>
            <a:srgbClr val="A4A3A4"/>
          </p15:clr>
        </p15:guide>
        <p15:guide id="24" pos="6246">
          <p15:clr>
            <a:srgbClr val="A4A3A4"/>
          </p15:clr>
        </p15:guide>
        <p15:guide id="25" pos="6434">
          <p15:clr>
            <a:srgbClr val="A4A3A4"/>
          </p15:clr>
        </p15:guide>
        <p15:guide id="26" pos="6852">
          <p15:clr>
            <a:srgbClr val="A4A3A4"/>
          </p15:clr>
        </p15:guide>
        <p15:guide id="27" pos="7038">
          <p15:clr>
            <a:srgbClr val="A4A3A4"/>
          </p15:clr>
        </p15:guide>
        <p15:guide id="28" orient="horz" pos="923">
          <p15:clr>
            <a:srgbClr val="5ACBF0"/>
          </p15:clr>
        </p15:guide>
        <p15:guide id="29" orient="horz" pos="1296">
          <p15:clr>
            <a:srgbClr val="5ACBF0"/>
          </p15:clr>
        </p15:guide>
        <p15:guide id="30" orient="horz" pos="294">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747713" y="536111"/>
            <a:ext cx="10696574" cy="498598"/>
          </a:xfrm>
          <a:noFill/>
          <a:ln>
            <a:noFill/>
          </a:ln>
        </p:spPr>
        <p:txBody>
          <a:bodyPr spcFirstLastPara="1" wrap="square" lIns="0" tIns="0" rIns="0" bIns="0" anchor="t" anchorCtr="0">
            <a:spAutoFit/>
          </a:bodyPr>
          <a:lstStyle>
            <a:lvl1pPr>
              <a:defRPr lang="en-US" sz="3600">
                <a:latin typeface="+mj-lt"/>
              </a:defRPr>
            </a:lvl1pPr>
          </a:lstStyle>
          <a:p>
            <a:pPr marL="0" lvl="0"/>
            <a:r>
              <a:rPr lang="en-US"/>
              <a:t>Click to edit Master title style</a:t>
            </a:r>
          </a:p>
        </p:txBody>
      </p:sp>
      <p:sp>
        <p:nvSpPr>
          <p:cNvPr id="3" name="Google Shape;268;p27">
            <a:extLst>
              <a:ext uri="{FF2B5EF4-FFF2-40B4-BE49-F238E27FC236}">
                <a16:creationId xmlns:a16="http://schemas.microsoft.com/office/drawing/2014/main" id="{3AF86EE4-E7DF-DDB4-43E0-47F9B609B204}"/>
              </a:ext>
            </a:extLst>
          </p:cNvPr>
          <p:cNvSpPr/>
          <p:nvPr userDrawn="1"/>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4" name="Google Shape;67;p15">
            <a:extLst>
              <a:ext uri="{FF2B5EF4-FFF2-40B4-BE49-F238E27FC236}">
                <a16:creationId xmlns:a16="http://schemas.microsoft.com/office/drawing/2014/main" id="{018A8A0D-A556-CF1C-FA26-688EDFB4469D}"/>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6" name="Google Shape;56;p14">
            <a:extLst>
              <a:ext uri="{FF2B5EF4-FFF2-40B4-BE49-F238E27FC236}">
                <a16:creationId xmlns:a16="http://schemas.microsoft.com/office/drawing/2014/main" id="{A57387E0-1C59-D1D5-C5AB-45FDABE61AA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2645038519"/>
      </p:ext>
    </p:extLst>
  </p:cSld>
  <p:clrMapOvr>
    <a:masterClrMapping/>
  </p:clrMapOvr>
  <p:transition>
    <p:fade/>
  </p:transition>
  <p:extLst>
    <p:ext uri="{DCECCB84-F9BA-43D5-87BE-67443E8EF086}">
      <p15:sldGuideLst xmlns:p15="http://schemas.microsoft.com/office/powerpoint/2012/main">
        <p15:guide id="6" pos="795">
          <p15:clr>
            <a:srgbClr val="A4A3A4"/>
          </p15:clr>
        </p15:guide>
        <p15:guide id="7" pos="981">
          <p15:clr>
            <a:srgbClr val="A4A3A4"/>
          </p15:clr>
        </p15:guide>
        <p15:guide id="8" pos="1401">
          <p15:clr>
            <a:srgbClr val="A4A3A4"/>
          </p15:clr>
        </p15:guide>
        <p15:guide id="9" pos="1587">
          <p15:clr>
            <a:srgbClr val="A4A3A4"/>
          </p15:clr>
        </p15:guide>
        <p15:guide id="10" pos="2006">
          <p15:clr>
            <a:srgbClr val="A4A3A4"/>
          </p15:clr>
        </p15:guide>
        <p15:guide id="11" pos="2193">
          <p15:clr>
            <a:srgbClr val="A4A3A4"/>
          </p15:clr>
        </p15:guide>
        <p15:guide id="12" pos="2612">
          <p15:clr>
            <a:srgbClr val="A4A3A4"/>
          </p15:clr>
        </p15:guide>
        <p15:guide id="13" pos="2799">
          <p15:clr>
            <a:srgbClr val="A4A3A4"/>
          </p15:clr>
        </p15:guide>
        <p15:guide id="14" pos="3218">
          <p15:clr>
            <a:srgbClr val="A4A3A4"/>
          </p15:clr>
        </p15:guide>
        <p15:guide id="15" pos="3405">
          <p15:clr>
            <a:srgbClr val="A4A3A4"/>
          </p15:clr>
        </p15:guide>
        <p15:guide id="16" pos="3824">
          <p15:clr>
            <a:srgbClr val="A4A3A4"/>
          </p15:clr>
        </p15:guide>
        <p15:guide id="17" pos="4011">
          <p15:clr>
            <a:srgbClr val="A4A3A4"/>
          </p15:clr>
        </p15:guide>
        <p15:guide id="18" pos="4430">
          <p15:clr>
            <a:srgbClr val="A4A3A4"/>
          </p15:clr>
        </p15:guide>
        <p15:guide id="19" pos="4617">
          <p15:clr>
            <a:srgbClr val="A4A3A4"/>
          </p15:clr>
        </p15:guide>
        <p15:guide id="20" pos="5036">
          <p15:clr>
            <a:srgbClr val="A4A3A4"/>
          </p15:clr>
        </p15:guide>
        <p15:guide id="21" pos="5223">
          <p15:clr>
            <a:srgbClr val="A4A3A4"/>
          </p15:clr>
        </p15:guide>
        <p15:guide id="22" pos="5640">
          <p15:clr>
            <a:srgbClr val="A4A3A4"/>
          </p15:clr>
        </p15:guide>
        <p15:guide id="23" pos="5829">
          <p15:clr>
            <a:srgbClr val="A4A3A4"/>
          </p15:clr>
        </p15:guide>
        <p15:guide id="24" pos="6246">
          <p15:clr>
            <a:srgbClr val="A4A3A4"/>
          </p15:clr>
        </p15:guide>
        <p15:guide id="25" pos="6434">
          <p15:clr>
            <a:srgbClr val="A4A3A4"/>
          </p15:clr>
        </p15:guide>
        <p15:guide id="26" pos="6852">
          <p15:clr>
            <a:srgbClr val="A4A3A4"/>
          </p15:clr>
        </p15:guide>
        <p15:guide id="27" pos="7038">
          <p15:clr>
            <a:srgbClr val="A4A3A4"/>
          </p15:clr>
        </p15:guide>
        <p15:guide id="28" orient="horz" pos="923">
          <p15:clr>
            <a:srgbClr val="5ACBF0"/>
          </p15:clr>
        </p15:guide>
        <p15:guide id="29" orient="horz" pos="1296">
          <p15:clr>
            <a:srgbClr val="5ACBF0"/>
          </p15:clr>
        </p15:guide>
        <p15:guide id="30" orient="horz" pos="29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747713" y="536111"/>
            <a:ext cx="10696574" cy="498598"/>
          </a:xfrm>
          <a:noFill/>
          <a:ln>
            <a:noFill/>
          </a:ln>
        </p:spPr>
        <p:txBody>
          <a:bodyPr spcFirstLastPara="1" wrap="square" lIns="0" tIns="0" rIns="0" bIns="0" anchor="t" anchorCtr="0">
            <a:spAutoFit/>
          </a:bodyPr>
          <a:lstStyle>
            <a:lvl1pPr>
              <a:defRPr lang="en-US" sz="3600">
                <a:latin typeface="+mj-lt"/>
              </a:defRPr>
            </a:lvl1pPr>
          </a:lstStyle>
          <a:p>
            <a:pPr marL="0" lvl="0"/>
            <a:r>
              <a:rPr lang="en-US"/>
              <a:t>Click to edit Master title style</a:t>
            </a:r>
          </a:p>
        </p:txBody>
      </p:sp>
      <p:sp>
        <p:nvSpPr>
          <p:cNvPr id="3" name="Google Shape;268;p27">
            <a:extLst>
              <a:ext uri="{FF2B5EF4-FFF2-40B4-BE49-F238E27FC236}">
                <a16:creationId xmlns:a16="http://schemas.microsoft.com/office/drawing/2014/main" id="{3AF86EE4-E7DF-DDB4-43E0-47F9B609B204}"/>
              </a:ext>
            </a:extLst>
          </p:cNvPr>
          <p:cNvSpPr/>
          <p:nvPr userDrawn="1"/>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4" name="Google Shape;67;p15">
            <a:extLst>
              <a:ext uri="{FF2B5EF4-FFF2-40B4-BE49-F238E27FC236}">
                <a16:creationId xmlns:a16="http://schemas.microsoft.com/office/drawing/2014/main" id="{018A8A0D-A556-CF1C-FA26-688EDFB4469D}"/>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6" name="Google Shape;56;p14">
            <a:extLst>
              <a:ext uri="{FF2B5EF4-FFF2-40B4-BE49-F238E27FC236}">
                <a16:creationId xmlns:a16="http://schemas.microsoft.com/office/drawing/2014/main" id="{A57387E0-1C59-D1D5-C5AB-45FDABE61AA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422179864"/>
      </p:ext>
    </p:extLst>
  </p:cSld>
  <p:clrMapOvr>
    <a:masterClrMapping/>
  </p:clrMapOvr>
  <p:transition>
    <p:fade/>
  </p:transition>
  <p:extLst>
    <p:ext uri="{DCECCB84-F9BA-43D5-87BE-67443E8EF086}">
      <p15:sldGuideLst xmlns:p15="http://schemas.microsoft.com/office/powerpoint/2012/main">
        <p15:guide id="6" pos="795">
          <p15:clr>
            <a:srgbClr val="A4A3A4"/>
          </p15:clr>
        </p15:guide>
        <p15:guide id="7" pos="981">
          <p15:clr>
            <a:srgbClr val="A4A3A4"/>
          </p15:clr>
        </p15:guide>
        <p15:guide id="8" pos="1401">
          <p15:clr>
            <a:srgbClr val="A4A3A4"/>
          </p15:clr>
        </p15:guide>
        <p15:guide id="9" pos="1587">
          <p15:clr>
            <a:srgbClr val="A4A3A4"/>
          </p15:clr>
        </p15:guide>
        <p15:guide id="10" pos="2006">
          <p15:clr>
            <a:srgbClr val="A4A3A4"/>
          </p15:clr>
        </p15:guide>
        <p15:guide id="11" pos="2193">
          <p15:clr>
            <a:srgbClr val="A4A3A4"/>
          </p15:clr>
        </p15:guide>
        <p15:guide id="12" pos="2612">
          <p15:clr>
            <a:srgbClr val="A4A3A4"/>
          </p15:clr>
        </p15:guide>
        <p15:guide id="13" pos="2799">
          <p15:clr>
            <a:srgbClr val="A4A3A4"/>
          </p15:clr>
        </p15:guide>
        <p15:guide id="14" pos="3218">
          <p15:clr>
            <a:srgbClr val="A4A3A4"/>
          </p15:clr>
        </p15:guide>
        <p15:guide id="15" pos="3405">
          <p15:clr>
            <a:srgbClr val="A4A3A4"/>
          </p15:clr>
        </p15:guide>
        <p15:guide id="16" pos="3824">
          <p15:clr>
            <a:srgbClr val="A4A3A4"/>
          </p15:clr>
        </p15:guide>
        <p15:guide id="17" pos="4011">
          <p15:clr>
            <a:srgbClr val="A4A3A4"/>
          </p15:clr>
        </p15:guide>
        <p15:guide id="18" pos="4430">
          <p15:clr>
            <a:srgbClr val="A4A3A4"/>
          </p15:clr>
        </p15:guide>
        <p15:guide id="19" pos="4617">
          <p15:clr>
            <a:srgbClr val="A4A3A4"/>
          </p15:clr>
        </p15:guide>
        <p15:guide id="20" pos="5036">
          <p15:clr>
            <a:srgbClr val="A4A3A4"/>
          </p15:clr>
        </p15:guide>
        <p15:guide id="21" pos="5223">
          <p15:clr>
            <a:srgbClr val="A4A3A4"/>
          </p15:clr>
        </p15:guide>
        <p15:guide id="22" pos="5640">
          <p15:clr>
            <a:srgbClr val="A4A3A4"/>
          </p15:clr>
        </p15:guide>
        <p15:guide id="23" pos="5829">
          <p15:clr>
            <a:srgbClr val="A4A3A4"/>
          </p15:clr>
        </p15:guide>
        <p15:guide id="24" pos="6246">
          <p15:clr>
            <a:srgbClr val="A4A3A4"/>
          </p15:clr>
        </p15:guide>
        <p15:guide id="25" pos="6434">
          <p15:clr>
            <a:srgbClr val="A4A3A4"/>
          </p15:clr>
        </p15:guide>
        <p15:guide id="26" pos="6852">
          <p15:clr>
            <a:srgbClr val="A4A3A4"/>
          </p15:clr>
        </p15:guide>
        <p15:guide id="27" pos="7038">
          <p15:clr>
            <a:srgbClr val="A4A3A4"/>
          </p15:clr>
        </p15:guide>
        <p15:guide id="28" orient="horz" pos="923">
          <p15:clr>
            <a:srgbClr val="5ACBF0"/>
          </p15:clr>
        </p15:guide>
        <p15:guide id="29" orient="horz" pos="1296">
          <p15:clr>
            <a:srgbClr val="5ACBF0"/>
          </p15:clr>
        </p15:guide>
        <p15:guide id="30" orient="horz" pos="294">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747713" y="536111"/>
            <a:ext cx="10696574" cy="498598"/>
          </a:xfrm>
          <a:noFill/>
          <a:ln>
            <a:noFill/>
          </a:ln>
        </p:spPr>
        <p:txBody>
          <a:bodyPr spcFirstLastPara="1" wrap="square" lIns="0" tIns="0" rIns="0" bIns="0" anchor="t" anchorCtr="0">
            <a:spAutoFit/>
          </a:bodyPr>
          <a:lstStyle>
            <a:lvl1pPr>
              <a:defRPr lang="en-US" sz="3600">
                <a:latin typeface="+mj-lt"/>
              </a:defRPr>
            </a:lvl1pPr>
          </a:lstStyle>
          <a:p>
            <a:pPr marL="0" lvl="0"/>
            <a:r>
              <a:rPr lang="en-US"/>
              <a:t>Click to edit Master title style</a:t>
            </a:r>
          </a:p>
        </p:txBody>
      </p:sp>
      <p:sp>
        <p:nvSpPr>
          <p:cNvPr id="3" name="Google Shape;268;p27">
            <a:extLst>
              <a:ext uri="{FF2B5EF4-FFF2-40B4-BE49-F238E27FC236}">
                <a16:creationId xmlns:a16="http://schemas.microsoft.com/office/drawing/2014/main" id="{3AF86EE4-E7DF-DDB4-43E0-47F9B609B204}"/>
              </a:ext>
            </a:extLst>
          </p:cNvPr>
          <p:cNvSpPr/>
          <p:nvPr userDrawn="1"/>
        </p:nvSpPr>
        <p:spPr>
          <a:xfrm>
            <a:off x="7266888" y="6534431"/>
            <a:ext cx="4794400" cy="166400"/>
          </a:xfrm>
          <a:prstGeom prst="rect">
            <a:avLst/>
          </a:prstGeom>
          <a:noFill/>
          <a:ln>
            <a:noFill/>
          </a:ln>
        </p:spPr>
        <p:txBody>
          <a:bodyPr spcFirstLastPara="1" wrap="square" lIns="57200" tIns="28600" rIns="57200" bIns="28600" anchor="t" anchorCtr="0">
            <a:noAutofit/>
          </a:bodyPr>
          <a:lstStyle/>
          <a:p>
            <a:pPr marL="0" marR="0" lvl="0" indent="0" algn="r" rtl="0">
              <a:lnSpc>
                <a:spcPct val="120000"/>
              </a:lnSpc>
              <a:spcBef>
                <a:spcPts val="0"/>
              </a:spcBef>
              <a:spcAft>
                <a:spcPts val="0"/>
              </a:spcAft>
              <a:buNone/>
            </a:pPr>
            <a:fld id="{00000000-1234-1234-1234-123412341234}" type="slidenum">
              <a:rPr lang="en" sz="667" b="0" i="0">
                <a:solidFill>
                  <a:schemeClr val="lt1"/>
                </a:solidFill>
                <a:latin typeface="Helvetica" pitchFamily="2" charset="0"/>
                <a:ea typeface="Helvetica Neue"/>
                <a:cs typeface="Helvetica Neue"/>
                <a:sym typeface="Helvetica Neue"/>
              </a:rPr>
              <a:pPr marL="0" marR="0" lvl="0" indent="0" algn="r" rtl="0">
                <a:lnSpc>
                  <a:spcPct val="120000"/>
                </a:lnSpc>
                <a:spcBef>
                  <a:spcPts val="0"/>
                </a:spcBef>
                <a:spcAft>
                  <a:spcPts val="0"/>
                </a:spcAft>
                <a:buNone/>
              </a:pPr>
              <a:t>‹#›</a:t>
            </a:fld>
            <a:endParaRPr sz="667" b="0" i="0">
              <a:solidFill>
                <a:schemeClr val="lt1"/>
              </a:solidFill>
              <a:latin typeface="Helvetica" pitchFamily="2" charset="0"/>
              <a:ea typeface="Helvetica Neue"/>
              <a:cs typeface="Helvetica Neue"/>
              <a:sym typeface="Helvetica Neue"/>
            </a:endParaRPr>
          </a:p>
        </p:txBody>
      </p:sp>
      <p:cxnSp>
        <p:nvCxnSpPr>
          <p:cNvPr id="4" name="Google Shape;67;p15">
            <a:extLst>
              <a:ext uri="{FF2B5EF4-FFF2-40B4-BE49-F238E27FC236}">
                <a16:creationId xmlns:a16="http://schemas.microsoft.com/office/drawing/2014/main" id="{018A8A0D-A556-CF1C-FA26-688EDFB4469D}"/>
              </a:ext>
              <a:ext uri="{C183D7F6-B498-43B3-948B-1728B52AA6E4}">
                <adec:decorative xmlns:adec="http://schemas.microsoft.com/office/drawing/2017/decorative" val="1"/>
              </a:ext>
            </a:extLst>
          </p:cNvPr>
          <p:cNvCxnSpPr>
            <a:cxnSpLocks/>
          </p:cNvCxnSpPr>
          <p:nvPr userDrawn="1"/>
        </p:nvCxnSpPr>
        <p:spPr>
          <a:xfrm>
            <a:off x="812801" y="6377215"/>
            <a:ext cx="11378271" cy="0"/>
          </a:xfrm>
          <a:prstGeom prst="straightConnector1">
            <a:avLst/>
          </a:prstGeom>
          <a:noFill/>
          <a:ln w="12700" cap="flat" cmpd="sng">
            <a:solidFill>
              <a:srgbClr val="627597"/>
            </a:solidFill>
            <a:prstDash val="solid"/>
            <a:miter lim="800000"/>
            <a:headEnd type="none" w="sm" len="sm"/>
            <a:tailEnd type="none" w="sm" len="sm"/>
          </a:ln>
        </p:spPr>
      </p:cxnSp>
      <p:sp>
        <p:nvSpPr>
          <p:cNvPr id="6" name="Google Shape;56;p14">
            <a:extLst>
              <a:ext uri="{FF2B5EF4-FFF2-40B4-BE49-F238E27FC236}">
                <a16:creationId xmlns:a16="http://schemas.microsoft.com/office/drawing/2014/main" id="{A57387E0-1C59-D1D5-C5AB-45FDABE61AA1}"/>
              </a:ext>
            </a:extLst>
          </p:cNvPr>
          <p:cNvSpPr>
            <a:spLocks/>
          </p:cNvSpPr>
          <p:nvPr userDrawn="1"/>
        </p:nvSpPr>
        <p:spPr>
          <a:xfrm>
            <a:off x="812801" y="6534431"/>
            <a:ext cx="7597821" cy="166400"/>
          </a:xfrm>
          <a:prstGeom prst="rect">
            <a:avLst/>
          </a:prstGeom>
          <a:noFill/>
          <a:ln>
            <a:noFill/>
          </a:ln>
        </p:spPr>
        <p:txBody>
          <a:bodyPr spcFirstLastPara="1" wrap="square" lIns="0" tIns="0" rIns="0" bIns="0" anchor="ctr" anchorCtr="0">
            <a:noAutofit/>
          </a:bodyPr>
          <a:lstStyle/>
          <a:p>
            <a:pPr marL="0" marR="0" lvl="0" indent="0" algn="l" defTabSz="609585" rtl="0" eaLnBrk="1" latinLnBrk="0" hangingPunct="1">
              <a:lnSpc>
                <a:spcPct val="100000"/>
              </a:lnSpc>
              <a:spcBef>
                <a:spcPts val="0"/>
              </a:spcBef>
              <a:spcAft>
                <a:spcPts val="0"/>
              </a:spcAft>
              <a:buNone/>
            </a:pPr>
            <a:r>
              <a:rPr lang="en-US" sz="700" b="0" i="0" u="none" strike="noStrike" kern="1200" cap="none" spc="800">
                <a:solidFill>
                  <a:srgbClr val="627597"/>
                </a:solidFill>
                <a:latin typeface="+mn-lt"/>
                <a:ea typeface="Helvetica Neue"/>
                <a:cs typeface="Helvetica Neue"/>
                <a:sym typeface="Helvetica Neue"/>
              </a:rPr>
              <a:t>GITHUB COPILOT  REIMAGINE SOFTWARE DEVELOPMENT</a:t>
            </a:r>
            <a:endParaRPr lang="en-US" sz="700" b="0" i="0" u="none" strike="noStrike" kern="1200" cap="none" spc="800">
              <a:solidFill>
                <a:srgbClr val="627597"/>
              </a:solidFill>
              <a:latin typeface="+mn-lt"/>
            </a:endParaRPr>
          </a:p>
        </p:txBody>
      </p:sp>
    </p:spTree>
    <p:extLst>
      <p:ext uri="{BB962C8B-B14F-4D97-AF65-F5344CB8AC3E}">
        <p14:creationId xmlns:p14="http://schemas.microsoft.com/office/powerpoint/2010/main" val="288898253"/>
      </p:ext>
    </p:extLst>
  </p:cSld>
  <p:clrMapOvr>
    <a:masterClrMapping/>
  </p:clrMapOvr>
  <p:transition>
    <p:fade/>
  </p:transition>
  <p:extLst>
    <p:ext uri="{DCECCB84-F9BA-43D5-87BE-67443E8EF086}">
      <p15:sldGuideLst xmlns:p15="http://schemas.microsoft.com/office/powerpoint/2012/main">
        <p15:guide id="6" pos="795">
          <p15:clr>
            <a:srgbClr val="A4A3A4"/>
          </p15:clr>
        </p15:guide>
        <p15:guide id="7" pos="981">
          <p15:clr>
            <a:srgbClr val="A4A3A4"/>
          </p15:clr>
        </p15:guide>
        <p15:guide id="8" pos="1401">
          <p15:clr>
            <a:srgbClr val="A4A3A4"/>
          </p15:clr>
        </p15:guide>
        <p15:guide id="9" pos="1587">
          <p15:clr>
            <a:srgbClr val="A4A3A4"/>
          </p15:clr>
        </p15:guide>
        <p15:guide id="10" pos="2006">
          <p15:clr>
            <a:srgbClr val="A4A3A4"/>
          </p15:clr>
        </p15:guide>
        <p15:guide id="11" pos="2193">
          <p15:clr>
            <a:srgbClr val="A4A3A4"/>
          </p15:clr>
        </p15:guide>
        <p15:guide id="12" pos="2612">
          <p15:clr>
            <a:srgbClr val="A4A3A4"/>
          </p15:clr>
        </p15:guide>
        <p15:guide id="13" pos="2799">
          <p15:clr>
            <a:srgbClr val="A4A3A4"/>
          </p15:clr>
        </p15:guide>
        <p15:guide id="14" pos="3218">
          <p15:clr>
            <a:srgbClr val="A4A3A4"/>
          </p15:clr>
        </p15:guide>
        <p15:guide id="15" pos="3405">
          <p15:clr>
            <a:srgbClr val="A4A3A4"/>
          </p15:clr>
        </p15:guide>
        <p15:guide id="16" pos="3824">
          <p15:clr>
            <a:srgbClr val="A4A3A4"/>
          </p15:clr>
        </p15:guide>
        <p15:guide id="17" pos="4011">
          <p15:clr>
            <a:srgbClr val="A4A3A4"/>
          </p15:clr>
        </p15:guide>
        <p15:guide id="18" pos="4430">
          <p15:clr>
            <a:srgbClr val="A4A3A4"/>
          </p15:clr>
        </p15:guide>
        <p15:guide id="19" pos="4617">
          <p15:clr>
            <a:srgbClr val="A4A3A4"/>
          </p15:clr>
        </p15:guide>
        <p15:guide id="20" pos="5036">
          <p15:clr>
            <a:srgbClr val="A4A3A4"/>
          </p15:clr>
        </p15:guide>
        <p15:guide id="21" pos="5223">
          <p15:clr>
            <a:srgbClr val="A4A3A4"/>
          </p15:clr>
        </p15:guide>
        <p15:guide id="22" pos="5640">
          <p15:clr>
            <a:srgbClr val="A4A3A4"/>
          </p15:clr>
        </p15:guide>
        <p15:guide id="23" pos="5829">
          <p15:clr>
            <a:srgbClr val="A4A3A4"/>
          </p15:clr>
        </p15:guide>
        <p15:guide id="24" pos="6246">
          <p15:clr>
            <a:srgbClr val="A4A3A4"/>
          </p15:clr>
        </p15:guide>
        <p15:guide id="25" pos="6434">
          <p15:clr>
            <a:srgbClr val="A4A3A4"/>
          </p15:clr>
        </p15:guide>
        <p15:guide id="26" pos="6852">
          <p15:clr>
            <a:srgbClr val="A4A3A4"/>
          </p15:clr>
        </p15:guide>
        <p15:guide id="27" pos="7038">
          <p15:clr>
            <a:srgbClr val="A4A3A4"/>
          </p15:clr>
        </p15:guide>
        <p15:guide id="28" orient="horz" pos="923">
          <p15:clr>
            <a:srgbClr val="5ACBF0"/>
          </p15:clr>
        </p15:guide>
        <p15:guide id="29" orient="horz" pos="1296">
          <p15:clr>
            <a:srgbClr val="5ACBF0"/>
          </p15:clr>
        </p15:guide>
        <p15:guide id="30" orient="horz" pos="294">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theme" Target="../theme/theme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83AF5F-9FC2-179E-E12C-2BB4042388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BA7573-BEE2-4D57-1A5F-93472CCD83D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CCEB69-039D-038D-5453-7910B36517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A967095-433B-4FB0-BE2A-861A05D9A3FD}" type="datetimeFigureOut">
              <a:rPr lang="en-US" smtClean="0"/>
              <a:t>5/20/2026</a:t>
            </a:fld>
            <a:endParaRPr lang="en-US"/>
          </a:p>
        </p:txBody>
      </p:sp>
      <p:sp>
        <p:nvSpPr>
          <p:cNvPr id="5" name="Footer Placeholder 4">
            <a:extLst>
              <a:ext uri="{FF2B5EF4-FFF2-40B4-BE49-F238E27FC236}">
                <a16:creationId xmlns:a16="http://schemas.microsoft.com/office/drawing/2014/main" id="{9A90F296-B5E7-AA67-6B0D-7D974017090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95BEF68-E641-BC34-C1CA-F7528B6A0D0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B859E99-40B3-4FD4-8F2B-48C62160BA23}" type="slidenum">
              <a:rPr lang="en-US" smtClean="0"/>
              <a:t>‹#›</a:t>
            </a:fld>
            <a:endParaRPr lang="en-US"/>
          </a:p>
        </p:txBody>
      </p:sp>
    </p:spTree>
    <p:extLst>
      <p:ext uri="{BB962C8B-B14F-4D97-AF65-F5344CB8AC3E}">
        <p14:creationId xmlns:p14="http://schemas.microsoft.com/office/powerpoint/2010/main" val="2352620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a:gsLst>
            <a:gs pos="0">
              <a:srgbClr val="2E3252"/>
            </a:gs>
            <a:gs pos="2000">
              <a:srgbClr val="2E3252"/>
            </a:gs>
            <a:gs pos="100000">
              <a:srgbClr val="161828"/>
            </a:gs>
          </a:gsLst>
          <a:path path="circle">
            <a:fillToRect l="50000" t="50000" r="50000" b="50000"/>
          </a:path>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837141"/>
          </a:xfrm>
          <a:prstGeom prst="rect">
            <a:avLst/>
          </a:prstGeom>
          <a:noFill/>
          <a:ln>
            <a:noFill/>
          </a:ln>
        </p:spPr>
        <p:txBody>
          <a:bodyPr spcFirstLastPara="1" wrap="square" lIns="0" tIns="0" rIns="0" bIns="0" anchor="ctr" anchorCtr="0">
            <a:noAutofit/>
          </a:bodyPr>
          <a:lstStyle/>
          <a:p>
            <a:pPr marR="0" lvl="0">
              <a:spcBef>
                <a:spcPts val="0"/>
              </a:spcBef>
              <a:spcAft>
                <a:spcPts val="0"/>
              </a:spcAft>
              <a:buClr>
                <a:schemeClr val="lt1"/>
              </a:buClr>
              <a:buSzPts val="3400"/>
              <a:buFont typeface="Helvetica Neue"/>
            </a:pPr>
            <a:r>
              <a:rPr lang="en-US"/>
              <a:t>Click to edit Master title style</a:t>
            </a:r>
          </a:p>
        </p:txBody>
      </p:sp>
      <p:sp>
        <p:nvSpPr>
          <p:cNvPr id="3" name="Text Placeholder 2"/>
          <p:cNvSpPr>
            <a:spLocks noGrp="1"/>
          </p:cNvSpPr>
          <p:nvPr>
            <p:ph type="body" idx="1"/>
          </p:nvPr>
        </p:nvSpPr>
        <p:spPr>
          <a:xfrm>
            <a:off x="838200" y="1444625"/>
            <a:ext cx="10515600" cy="4351339"/>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24507415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703" r:id="rId16"/>
    <p:sldLayoutId id="2147483763" r:id="rId17"/>
    <p:sldLayoutId id="2147483823" r:id="rId18"/>
    <p:sldLayoutId id="2147483883" r:id="rId19"/>
  </p:sldLayoutIdLst>
  <p:txStyles>
    <p:titleStyle>
      <a:lvl1pPr algn="l" defTabSz="914377" rtl="0" eaLnBrk="1" latinLnBrk="0" hangingPunct="1">
        <a:lnSpc>
          <a:spcPct val="90000"/>
        </a:lnSpc>
        <a:spcBef>
          <a:spcPct val="0"/>
        </a:spcBef>
        <a:buNone/>
        <a:defRPr lang="en-US" sz="4533" b="1" i="0" u="none" strike="noStrike" kern="1200" cap="none" dirty="0">
          <a:solidFill>
            <a:schemeClr val="lt1"/>
          </a:solidFill>
          <a:latin typeface="+mn-lt"/>
          <a:ea typeface="+mj-ea"/>
          <a:cs typeface="+mj-cs"/>
          <a:sym typeface="Arial"/>
        </a:defRPr>
      </a:lvl1pPr>
    </p:titleStyle>
    <p:bodyStyle>
      <a:lvl1pPr marL="253994" indent="-253994" algn="l" defTabSz="914377" rtl="0" eaLnBrk="1" latinLnBrk="0" hangingPunct="1">
        <a:lnSpc>
          <a:spcPct val="100000"/>
        </a:lnSpc>
        <a:spcBef>
          <a:spcPts val="800"/>
        </a:spcBef>
        <a:buFont typeface="Arial" panose="020B0604020202020204" pitchFamily="34" charset="0"/>
        <a:buChar char="•"/>
        <a:defRPr sz="2667" kern="1200">
          <a:solidFill>
            <a:schemeClr val="bg1"/>
          </a:solidFill>
          <a:latin typeface="+mn-lt"/>
          <a:ea typeface="+mn-ea"/>
          <a:cs typeface="+mn-cs"/>
        </a:defRPr>
      </a:lvl1pPr>
      <a:lvl2pPr marL="759865" indent="-302676" algn="l" defTabSz="914377" rtl="0" eaLnBrk="1" latinLnBrk="0" hangingPunct="1">
        <a:lnSpc>
          <a:spcPct val="100000"/>
        </a:lnSpc>
        <a:spcBef>
          <a:spcPts val="800"/>
        </a:spcBef>
        <a:buFont typeface="Helvetica" panose="020B0604020202030204" pitchFamily="34" charset="0"/>
        <a:buChar char="–"/>
        <a:defRPr sz="2400" kern="1200">
          <a:solidFill>
            <a:schemeClr val="bg1"/>
          </a:solidFill>
          <a:latin typeface="+mn-lt"/>
          <a:ea typeface="+mn-ea"/>
          <a:cs typeface="+mn-cs"/>
        </a:defRPr>
      </a:lvl2pPr>
      <a:lvl3pPr marL="1227636" indent="-313259" algn="l" defTabSz="914377" rtl="0" eaLnBrk="1" latinLnBrk="0" hangingPunct="1">
        <a:lnSpc>
          <a:spcPct val="100000"/>
        </a:lnSpc>
        <a:spcBef>
          <a:spcPts val="800"/>
        </a:spcBef>
        <a:buFont typeface="Courier New" panose="02070309020205020404" pitchFamily="49" charset="0"/>
        <a:buChar char="o"/>
        <a:defRPr sz="2133" kern="1200">
          <a:solidFill>
            <a:schemeClr val="bg1"/>
          </a:solidFill>
          <a:latin typeface="+mn-lt"/>
          <a:ea typeface="+mn-ea"/>
          <a:cs typeface="+mn-cs"/>
        </a:defRPr>
      </a:lvl3pPr>
      <a:lvl4pPr marL="1640376" indent="-241294" algn="l" defTabSz="914377" rtl="0" eaLnBrk="1" latinLnBrk="0" hangingPunct="1">
        <a:lnSpc>
          <a:spcPct val="100000"/>
        </a:lnSpc>
        <a:spcBef>
          <a:spcPts val="800"/>
        </a:spcBef>
        <a:buFont typeface="Wingdings" panose="05000000000000000000" pitchFamily="2" charset="2"/>
        <a:buChar char="§"/>
        <a:defRPr sz="1867" kern="1200">
          <a:solidFill>
            <a:schemeClr val="bg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471">
          <p15:clr>
            <a:srgbClr val="F26B43"/>
          </p15:clr>
        </p15:guide>
        <p15:guide id="3" pos="7206">
          <p15:clr>
            <a:srgbClr val="F26B43"/>
          </p15:clr>
        </p15:guide>
        <p15:guide id="4" orient="horz" pos="348">
          <p15:clr>
            <a:srgbClr val="F26B43"/>
          </p15:clr>
        </p15:guide>
        <p15:guide id="5" orient="horz" pos="397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7.xml"/><Relationship Id="rId6" Type="http://schemas.openxmlformats.org/officeDocument/2006/relationships/image" Target="../media/image14.png"/><Relationship Id="rId5" Type="http://schemas.openxmlformats.org/officeDocument/2006/relationships/hyperlink" Target="https://code.visualstudio.com/docs/copilot/customization/custom-instructions" TargetMode="Externa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7.xml"/><Relationship Id="rId5" Type="http://schemas.openxmlformats.org/officeDocument/2006/relationships/image" Target="../media/image15.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7.xml"/><Relationship Id="rId5" Type="http://schemas.openxmlformats.org/officeDocument/2006/relationships/image" Target="../media/image16.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7.xml"/><Relationship Id="rId5" Type="http://schemas.openxmlformats.org/officeDocument/2006/relationships/image" Target="../media/image17.png"/><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D30B3-9647-CD81-E55E-8D7B17E903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6084EF-0F9C-DBC1-6D4E-7DC25823A64A}"/>
              </a:ext>
            </a:extLst>
          </p:cNvPr>
          <p:cNvSpPr>
            <a:spLocks noGrp="1"/>
          </p:cNvSpPr>
          <p:nvPr>
            <p:ph type="title"/>
          </p:nvPr>
        </p:nvSpPr>
        <p:spPr/>
        <p:txBody>
          <a:bodyPr/>
          <a:lstStyle/>
          <a:p>
            <a:r>
              <a:rPr lang="en-US"/>
              <a:t>Provide context </a:t>
            </a:r>
          </a:p>
        </p:txBody>
      </p:sp>
      <p:sp>
        <p:nvSpPr>
          <p:cNvPr id="7" name="TextBox 6">
            <a:extLst>
              <a:ext uri="{FF2B5EF4-FFF2-40B4-BE49-F238E27FC236}">
                <a16:creationId xmlns:a16="http://schemas.microsoft.com/office/drawing/2014/main" id="{5DB04371-1EDB-DB42-67EE-EC81CCB74D0E}"/>
              </a:ext>
            </a:extLst>
          </p:cNvPr>
          <p:cNvSpPr txBox="1"/>
          <p:nvPr/>
        </p:nvSpPr>
        <p:spPr>
          <a:xfrm>
            <a:off x="685800" y="1428242"/>
            <a:ext cx="10603523" cy="489364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mn-ea"/>
                <a:cs typeface="+mn-cs"/>
              </a:rPr>
              <a:t>VAGUE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Mona Sans"/>
                <a:ea typeface="+mn-ea"/>
                <a:cs typeface="+mn-cs"/>
              </a:rPr>
              <a:t>Write some Python code.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mn-ea"/>
                <a:cs typeface="+mn-cs"/>
              </a:rPr>
              <a:t>SPECIFIC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Mona Sans"/>
                <a:ea typeface="+mn-ea"/>
                <a:cs typeface="+mn-cs"/>
              </a:rPr>
              <a:t>Write a Python script that reads a CSV file and calculates the average value of a column named “sales”.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mn-ea"/>
                <a:cs typeface="+mn-cs"/>
              </a:rPr>
              <a:t>MOST SPECIFIC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Mona Sans"/>
                <a:ea typeface="+mn-ea"/>
                <a:cs typeface="+mn-cs"/>
              </a:rPr>
              <a:t>Write a Python script that reads a CSV file named monthly_sales.csv from the /data folder, calculates the average value of the “sales” column, and outputs the result in JSON format. The script should handle missing values gracefully and include comments explaining each step. I’m integrating this into a Flask API, so make sure the function can be reused as part of an endpoint.</a:t>
            </a:r>
          </a:p>
        </p:txBody>
      </p:sp>
    </p:spTree>
    <p:extLst>
      <p:ext uri="{BB962C8B-B14F-4D97-AF65-F5344CB8AC3E}">
        <p14:creationId xmlns:p14="http://schemas.microsoft.com/office/powerpoint/2010/main" val="693628594"/>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2F5B6-3FE2-D9A5-F282-1EFC6DDD5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6B1C8E-FB42-EF64-9EC3-1D8DEE77740A}"/>
              </a:ext>
            </a:extLst>
          </p:cNvPr>
          <p:cNvSpPr>
            <a:spLocks noGrp="1"/>
          </p:cNvSpPr>
          <p:nvPr>
            <p:ph type="title"/>
          </p:nvPr>
        </p:nvSpPr>
        <p:spPr/>
        <p:txBody>
          <a:bodyPr/>
          <a:lstStyle/>
          <a:p>
            <a:r>
              <a:rPr lang="en-US"/>
              <a:t>Offer examples</a:t>
            </a:r>
          </a:p>
        </p:txBody>
      </p:sp>
      <p:graphicFrame>
        <p:nvGraphicFramePr>
          <p:cNvPr id="5" name="Table 4">
            <a:extLst>
              <a:ext uri="{FF2B5EF4-FFF2-40B4-BE49-F238E27FC236}">
                <a16:creationId xmlns:a16="http://schemas.microsoft.com/office/drawing/2014/main" id="{4F001066-B8DC-BDEB-C725-230D362B9A75}"/>
              </a:ext>
            </a:extLst>
          </p:cNvPr>
          <p:cNvGraphicFramePr>
            <a:graphicFrameLocks noGrp="1"/>
          </p:cNvGraphicFramePr>
          <p:nvPr/>
        </p:nvGraphicFramePr>
        <p:xfrm>
          <a:off x="386863" y="1134208"/>
          <a:ext cx="11456376" cy="5503984"/>
        </p:xfrm>
        <a:graphic>
          <a:graphicData uri="http://schemas.openxmlformats.org/drawingml/2006/table">
            <a:tbl>
              <a:tblPr firstRow="1" firstCol="1" bandRow="1"/>
              <a:tblGrid>
                <a:gridCol w="11456376">
                  <a:extLst>
                    <a:ext uri="{9D8B030D-6E8A-4147-A177-3AD203B41FA5}">
                      <a16:colId xmlns:a16="http://schemas.microsoft.com/office/drawing/2014/main" val="2061008490"/>
                    </a:ext>
                  </a:extLst>
                </a:gridCol>
              </a:tblGrid>
              <a:tr h="5503984">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You are an expert software engineer writing high-quality unit tests.</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BAD EXAMPLE (what to avoid):</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Single trivial test with vague name and no edge cases.- No structure (no Arrange/Act/Assert), no table-driven tests, no negative cases.</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GOOD EXAMPLE (what good looks like):</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Clear Arrange/Act/Assert.</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Descriptive test names that state behavior and intent.- Table-driven tests to cover multiple scenarios.- Include edge cases, invalid inputs, and boundary values.- Avoid unnecessary mocks; only mock external dependencies.- Prefer behavior checks over implementation details.- Optional: simple property checks where appropriate.</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RUBRIC (must pass):</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1) At least 5 tests covering happy, edge, and negative cases.</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2) Table-driven where feasible.</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3) No brittle assertions that mirror implementation.4) Fast and deterministic; no network, time, or randomness without seeding.5) Lint/format compliant; idiomatic for the chosen framework.6) Provide brief comments explaining non-obvious cases.</a:t>
                      </a:r>
                      <a:endParaRPr lang="en-US" sz="1600">
                        <a:solidFill>
                          <a:schemeClr val="bg1"/>
                        </a:solidFill>
                        <a:effectLst/>
                        <a:latin typeface="Calibri" panose="020F0502020204030204" pitchFamily="34" charset="0"/>
                        <a:ea typeface="Yu Mincho" panose="020B0400000000000000" pitchFamily="18" charset="-128"/>
                        <a:cs typeface="Arial" panose="020B060402020202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Tree>
    <p:extLst>
      <p:ext uri="{BB962C8B-B14F-4D97-AF65-F5344CB8AC3E}">
        <p14:creationId xmlns:p14="http://schemas.microsoft.com/office/powerpoint/2010/main" val="337176553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A6EE5-708B-CE9C-400D-996E8C24B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944308-CE78-80D2-28A9-3DD961380D10}"/>
              </a:ext>
            </a:extLst>
          </p:cNvPr>
          <p:cNvSpPr>
            <a:spLocks noGrp="1"/>
          </p:cNvSpPr>
          <p:nvPr>
            <p:ph type="title"/>
          </p:nvPr>
        </p:nvSpPr>
        <p:spPr/>
        <p:txBody>
          <a:bodyPr/>
          <a:lstStyle/>
          <a:p>
            <a:r>
              <a:rPr lang="en-US"/>
              <a:t>Define role, style, or tone</a:t>
            </a:r>
          </a:p>
        </p:txBody>
      </p:sp>
      <p:sp>
        <p:nvSpPr>
          <p:cNvPr id="7" name="TextBox 6">
            <a:extLst>
              <a:ext uri="{FF2B5EF4-FFF2-40B4-BE49-F238E27FC236}">
                <a16:creationId xmlns:a16="http://schemas.microsoft.com/office/drawing/2014/main" id="{EC5EBECF-44E6-C8F4-A5D2-0798C41D17A0}"/>
              </a:ext>
            </a:extLst>
          </p:cNvPr>
          <p:cNvSpPr txBox="1"/>
          <p:nvPr/>
        </p:nvSpPr>
        <p:spPr>
          <a:xfrm>
            <a:off x="668215" y="1338416"/>
            <a:ext cx="10603523" cy="50167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Sharper Context → More Relevant Output</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When you tell the AI “Act as a Senior Backend Engineer” or “Explain like a TDD mentor”, you give it a persona and perspective.</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This </a:t>
            </a:r>
            <a:r>
              <a:rPr kumimoji="0" lang="en-US" sz="2000" b="1" i="0" u="none" strike="noStrike" kern="1200" cap="none" spc="0" normalizeH="0" baseline="0" noProof="0">
                <a:ln>
                  <a:noFill/>
                </a:ln>
                <a:solidFill>
                  <a:srgbClr val="FFFFFF"/>
                </a:solidFill>
                <a:effectLst/>
                <a:uLnTx/>
                <a:uFillTx/>
                <a:latin typeface="Mona Sans"/>
                <a:ea typeface="+mn-ea"/>
                <a:cs typeface="+mn-cs"/>
              </a:rPr>
              <a:t>influences depth, terminology, and focus</a:t>
            </a:r>
            <a:r>
              <a:rPr kumimoji="0" lang="en-US" sz="2000" b="0" i="0" u="none" strike="noStrike" kern="1200" cap="none" spc="0" normalizeH="0" baseline="0" noProof="0">
                <a:ln>
                  <a:noFill/>
                </a:ln>
                <a:solidFill>
                  <a:srgbClr val="FFFFFF"/>
                </a:solidFill>
                <a:effectLst/>
                <a:uLnTx/>
                <a:uFillTx/>
                <a:latin typeface="Mona Sans"/>
                <a:ea typeface="+mn-ea"/>
                <a:cs typeface="+mn-cs"/>
              </a:rPr>
              <a:t>—making the response aligned with your audience and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Consistent Style &amp; Structure</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Specifying “Use concise, idiomatic Python” or “Follow Arrange-Act-Assert in tests” </a:t>
            </a:r>
            <a:r>
              <a:rPr kumimoji="0" lang="en-US" sz="2000" b="1" i="0" u="none" strike="noStrike" kern="1200" cap="none" spc="0" normalizeH="0" baseline="0" noProof="0">
                <a:ln>
                  <a:noFill/>
                </a:ln>
                <a:solidFill>
                  <a:srgbClr val="FFFFFF"/>
                </a:solidFill>
                <a:effectLst/>
                <a:uLnTx/>
                <a:uFillTx/>
                <a:latin typeface="Mona Sans"/>
                <a:ea typeface="+mn-ea"/>
                <a:cs typeface="+mn-cs"/>
              </a:rPr>
              <a:t>ensures the output matches coding standards and best practices</a:t>
            </a:r>
            <a:r>
              <a:rPr kumimoji="0" lang="en-US" sz="2000" b="0" i="0" u="none" strike="noStrike" kern="1200" cap="none" spc="0" normalizeH="0" baseline="0" noProof="0">
                <a:ln>
                  <a:noFill/>
                </a:ln>
                <a:solidFill>
                  <a:srgbClr val="FFFFFF"/>
                </a:solidFill>
                <a:effectLst/>
                <a:uLnTx/>
                <a:uFillTx/>
                <a:latin typeface="Mona Sans"/>
                <a:ea typeface="+mn-ea"/>
                <a:cs typeface="+mn-cs"/>
              </a:rPr>
              <a:t>.</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Reduces time spent reformatting or rewriting AI-generated code.</a:t>
            </a:r>
            <a:endParaRPr kumimoji="0" lang="en-US" sz="2000" b="1" i="0" u="none" strike="noStrike" kern="1200" cap="none" spc="0" normalizeH="0" baseline="0" noProof="0">
              <a:ln>
                <a:noFill/>
              </a:ln>
              <a:solidFill>
                <a:srgbClr val="FFFFFF"/>
              </a:solidFill>
              <a:effectLst/>
              <a:uLnTx/>
              <a:uFillTx/>
              <a:latin typeface="Mona Sans"/>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000" b="1"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Improved Accuracy &amp; Completeness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Roles often imply domain knowledge</a:t>
            </a:r>
            <a:r>
              <a:rPr kumimoji="0" lang="en-US" sz="2000" b="0" i="0" u="none" strike="noStrike" kern="1200" cap="none" spc="0" normalizeH="0" baseline="0" noProof="0">
                <a:ln>
                  <a:noFill/>
                </a:ln>
                <a:solidFill>
                  <a:srgbClr val="FFFFFF"/>
                </a:solidFill>
                <a:effectLst/>
                <a:uLnTx/>
                <a:uFillTx/>
                <a:latin typeface="Mona Sans"/>
                <a:ea typeface="+mn-ea"/>
                <a:cs typeface="+mn-cs"/>
              </a:rPr>
              <a:t>:</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A “Security Engineer” will include validation and threat considerations.</a:t>
            </a:r>
          </a:p>
          <a:p>
            <a:pPr marL="800100" marR="0" lvl="1"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A “Performance Expert” will optimize for speed and memory.</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srgbClr val="FFFFFF"/>
                </a:solidFill>
                <a:effectLst/>
                <a:uLnTx/>
                <a:uFillTx/>
                <a:latin typeface="Mona Sans"/>
                <a:ea typeface="+mn-ea"/>
                <a:cs typeface="+mn-cs"/>
              </a:rPr>
              <a:t>This helps </a:t>
            </a:r>
            <a:r>
              <a:rPr kumimoji="0" lang="en-US" sz="2000" b="1" i="0" u="none" strike="noStrike" kern="1200" cap="none" spc="0" normalizeH="0" baseline="0" noProof="0">
                <a:ln>
                  <a:noFill/>
                </a:ln>
                <a:solidFill>
                  <a:srgbClr val="FFFFFF"/>
                </a:solidFill>
                <a:effectLst/>
                <a:uLnTx/>
                <a:uFillTx/>
                <a:latin typeface="Mona Sans"/>
                <a:ea typeface="+mn-ea"/>
                <a:cs typeface="+mn-cs"/>
              </a:rPr>
              <a:t>avoid generic answers and produce expert-level guidance</a:t>
            </a:r>
            <a:r>
              <a:rPr kumimoji="0" lang="en-US" sz="2000" b="0" i="0" u="none" strike="noStrike" kern="1200" cap="none" spc="0" normalizeH="0" baseline="0" noProof="0">
                <a:ln>
                  <a:noFill/>
                </a:ln>
                <a:solidFill>
                  <a:srgbClr val="FFFFFF"/>
                </a:solidFill>
                <a:effectLst/>
                <a:uLnTx/>
                <a:uFillTx/>
                <a:latin typeface="Mona Sans"/>
                <a:ea typeface="+mn-ea"/>
                <a:cs typeface="+mn-cs"/>
              </a:rPr>
              <a:t>.</a:t>
            </a:r>
          </a:p>
        </p:txBody>
      </p:sp>
    </p:spTree>
    <p:extLst>
      <p:ext uri="{BB962C8B-B14F-4D97-AF65-F5344CB8AC3E}">
        <p14:creationId xmlns:p14="http://schemas.microsoft.com/office/powerpoint/2010/main" val="197479766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5243E-21FE-CAC6-25EB-F0BEB2E212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57867C-7D75-4A1E-E40F-5FC4EAB4A5F7}"/>
              </a:ext>
            </a:extLst>
          </p:cNvPr>
          <p:cNvSpPr>
            <a:spLocks noGrp="1"/>
          </p:cNvSpPr>
          <p:nvPr>
            <p:ph type="title"/>
          </p:nvPr>
        </p:nvSpPr>
        <p:spPr/>
        <p:txBody>
          <a:bodyPr/>
          <a:lstStyle/>
          <a:p>
            <a:r>
              <a:rPr lang="en-US"/>
              <a:t>Break complex tasks into steps</a:t>
            </a:r>
          </a:p>
        </p:txBody>
      </p:sp>
      <p:sp>
        <p:nvSpPr>
          <p:cNvPr id="7" name="TextBox 6">
            <a:extLst>
              <a:ext uri="{FF2B5EF4-FFF2-40B4-BE49-F238E27FC236}">
                <a16:creationId xmlns:a16="http://schemas.microsoft.com/office/drawing/2014/main" id="{2DD7752D-7352-851D-578B-E8C8C6BE23E3}"/>
              </a:ext>
            </a:extLst>
          </p:cNvPr>
          <p:cNvSpPr txBox="1"/>
          <p:nvPr/>
        </p:nvSpPr>
        <p:spPr>
          <a:xfrm>
            <a:off x="668215" y="1338416"/>
            <a:ext cx="10603523" cy="470898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Scenario: Refactor legacy code for testability (Java/Spring Boot)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NO STEPS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a:ln>
                  <a:noFill/>
                </a:ln>
                <a:solidFill>
                  <a:srgbClr val="FFFFFF"/>
                </a:solidFill>
                <a:effectLst/>
                <a:uLnTx/>
                <a:uFillTx/>
                <a:latin typeface="Mona Sans"/>
                <a:ea typeface="+mn-ea"/>
                <a:cs typeface="+mn-cs"/>
              </a:rPr>
              <a:t>Refactor the user service to improve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0" b="1" i="0" u="none" strike="noStrike" kern="1200" cap="none" spc="0" normalizeH="0" baseline="0" noProof="0">
              <a:ln>
                <a:noFill/>
              </a:ln>
              <a:solidFill>
                <a:srgbClr val="FFFFFF"/>
              </a:solidFill>
              <a:effectLst/>
              <a:uLnTx/>
              <a:uFillTx/>
              <a:latin typeface="Mona San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WITH STEPS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Refactor </a:t>
            </a:r>
            <a:r>
              <a:rPr kumimoji="0" lang="en-US" sz="2000" b="1" i="0" u="none" strike="noStrike" kern="1200" cap="none" spc="0" normalizeH="0" baseline="0" noProof="0" err="1">
                <a:ln>
                  <a:noFill/>
                </a:ln>
                <a:solidFill>
                  <a:srgbClr val="FFFFFF"/>
                </a:solidFill>
                <a:effectLst/>
                <a:uLnTx/>
                <a:uFillTx/>
                <a:latin typeface="Mona Sans"/>
                <a:ea typeface="+mn-ea"/>
                <a:cs typeface="+mn-cs"/>
              </a:rPr>
              <a:t>UserService</a:t>
            </a:r>
            <a:r>
              <a:rPr kumimoji="0" lang="en-US" sz="2000" b="1" i="0" u="none" strike="noStrike" kern="1200" cap="none" spc="0" normalizeH="0" baseline="0" noProof="0">
                <a:ln>
                  <a:noFill/>
                </a:ln>
                <a:solidFill>
                  <a:srgbClr val="FFFFFF"/>
                </a:solidFill>
                <a:effectLst/>
                <a:uLnTx/>
                <a:uFillTx/>
                <a:latin typeface="Mona Sans"/>
                <a:ea typeface="+mn-ea"/>
                <a:cs typeface="+mn-cs"/>
              </a:rPr>
              <a:t> in Spring Boot 3 for testability and maintainability. Steps:</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Assess</a:t>
            </a:r>
            <a:r>
              <a:rPr kumimoji="0" lang="en-US" sz="2000" b="0" i="0" u="none" strike="noStrike" kern="1200" cap="none" spc="0" normalizeH="0" baseline="0" noProof="0">
                <a:ln>
                  <a:noFill/>
                </a:ln>
                <a:solidFill>
                  <a:srgbClr val="FFFFFF"/>
                </a:solidFill>
                <a:effectLst/>
                <a:uLnTx/>
                <a:uFillTx/>
                <a:latin typeface="Mona Sans"/>
                <a:ea typeface="+mn-ea"/>
                <a:cs typeface="+mn-cs"/>
              </a:rPr>
              <a:t>: Identify side‑effects (DB calls, HTTP requests, time, environment).</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Isolate</a:t>
            </a:r>
            <a:r>
              <a:rPr kumimoji="0" lang="en-US" sz="2000" b="0" i="0" u="none" strike="noStrike" kern="1200" cap="none" spc="0" normalizeH="0" baseline="0" noProof="0">
                <a:ln>
                  <a:noFill/>
                </a:ln>
                <a:solidFill>
                  <a:srgbClr val="FFFFFF"/>
                </a:solidFill>
                <a:effectLst/>
                <a:uLnTx/>
                <a:uFillTx/>
                <a:latin typeface="Mona Sans"/>
                <a:ea typeface="+mn-ea"/>
                <a:cs typeface="+mn-cs"/>
              </a:rPr>
              <a:t>: Extract side‑effects behind interfaces; introduce dependency injection.</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Refactor</a:t>
            </a:r>
            <a:r>
              <a:rPr kumimoji="0" lang="en-US" sz="2000" b="0" i="0" u="none" strike="noStrike" kern="1200" cap="none" spc="0" normalizeH="0" baseline="0" noProof="0">
                <a:ln>
                  <a:noFill/>
                </a:ln>
                <a:solidFill>
                  <a:srgbClr val="FFFFFF"/>
                </a:solidFill>
                <a:effectLst/>
                <a:uLnTx/>
                <a:uFillTx/>
                <a:latin typeface="Mona Sans"/>
                <a:ea typeface="+mn-ea"/>
                <a:cs typeface="+mn-cs"/>
              </a:rPr>
              <a:t>: Split long methods; remove static state; replace shared mutable state with immutable DTOs.</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Tests</a:t>
            </a:r>
            <a:r>
              <a:rPr kumimoji="0" lang="en-US" sz="2000" b="0" i="0" u="none" strike="noStrike" kern="1200" cap="none" spc="0" normalizeH="0" baseline="0" noProof="0">
                <a:ln>
                  <a:noFill/>
                </a:ln>
                <a:solidFill>
                  <a:srgbClr val="FFFFFF"/>
                </a:solidFill>
                <a:effectLst/>
                <a:uLnTx/>
                <a:uFillTx/>
                <a:latin typeface="Mona Sans"/>
                <a:ea typeface="+mn-ea"/>
                <a:cs typeface="+mn-cs"/>
              </a:rPr>
              <a:t>: Add JUnit 5 Unit tests for pure logic; add slice tests for repository/controller; use </a:t>
            </a:r>
            <a:r>
              <a:rPr kumimoji="0" lang="en-US" sz="2000" b="0" i="0" u="none" strike="noStrike" kern="1200" cap="none" spc="0" normalizeH="0" baseline="0" noProof="0" err="1">
                <a:ln>
                  <a:noFill/>
                </a:ln>
                <a:solidFill>
                  <a:srgbClr val="FFFFFF"/>
                </a:solidFill>
                <a:effectLst/>
                <a:uLnTx/>
                <a:uFillTx/>
                <a:latin typeface="Mona Sans"/>
                <a:ea typeface="+mn-ea"/>
                <a:cs typeface="+mn-cs"/>
              </a:rPr>
              <a:t>Testcontainers</a:t>
            </a:r>
            <a:r>
              <a:rPr kumimoji="0" lang="en-US" sz="2000" b="0" i="0" u="none" strike="noStrike" kern="1200" cap="none" spc="0" normalizeH="0" baseline="0" noProof="0">
                <a:ln>
                  <a:noFill/>
                </a:ln>
                <a:solidFill>
                  <a:srgbClr val="FFFFFF"/>
                </a:solidFill>
                <a:effectLst/>
                <a:uLnTx/>
                <a:uFillTx/>
                <a:latin typeface="Mona Sans"/>
                <a:ea typeface="+mn-ea"/>
                <a:cs typeface="+mn-cs"/>
              </a:rPr>
              <a:t> only in integration scope.</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Quality gates</a:t>
            </a:r>
            <a:r>
              <a:rPr kumimoji="0" lang="en-US" sz="2000" b="0" i="0" u="none" strike="noStrike" kern="1200" cap="none" spc="0" normalizeH="0" baseline="0" noProof="0">
                <a:ln>
                  <a:noFill/>
                </a:ln>
                <a:solidFill>
                  <a:srgbClr val="FFFFFF"/>
                </a:solidFill>
                <a:effectLst/>
                <a:uLnTx/>
                <a:uFillTx/>
                <a:latin typeface="Mona Sans"/>
                <a:ea typeface="+mn-ea"/>
                <a:cs typeface="+mn-cs"/>
              </a:rPr>
              <a:t>: Add CI with </a:t>
            </a:r>
            <a:r>
              <a:rPr kumimoji="0" lang="en-US" sz="2000" b="0" i="0" u="none" strike="noStrike" kern="1200" cap="none" spc="0" normalizeH="0" baseline="0" noProof="0" err="1">
                <a:ln>
                  <a:noFill/>
                </a:ln>
                <a:solidFill>
                  <a:srgbClr val="FFFFFF"/>
                </a:solidFill>
                <a:effectLst/>
                <a:uLnTx/>
                <a:uFillTx/>
                <a:latin typeface="Mona Sans"/>
                <a:ea typeface="+mn-ea"/>
                <a:cs typeface="+mn-cs"/>
              </a:rPr>
              <a:t>mvn</a:t>
            </a:r>
            <a:r>
              <a:rPr kumimoji="0" lang="en-US" sz="2000" b="0" i="0" u="none" strike="noStrike" kern="1200" cap="none" spc="0" normalizeH="0" baseline="0" noProof="0">
                <a:ln>
                  <a:noFill/>
                </a:ln>
                <a:solidFill>
                  <a:srgbClr val="FFFFFF"/>
                </a:solidFill>
                <a:effectLst/>
                <a:uLnTx/>
                <a:uFillTx/>
                <a:latin typeface="Mona Sans"/>
                <a:ea typeface="+mn-ea"/>
                <a:cs typeface="+mn-cs"/>
              </a:rPr>
              <a:t> test, code coverage, </a:t>
            </a:r>
            <a:r>
              <a:rPr kumimoji="0" lang="en-US" sz="2000" b="0" i="0" u="none" strike="noStrike" kern="1200" cap="none" spc="0" normalizeH="0" baseline="0" noProof="0" err="1">
                <a:ln>
                  <a:noFill/>
                </a:ln>
                <a:solidFill>
                  <a:srgbClr val="FFFFFF"/>
                </a:solidFill>
                <a:effectLst/>
                <a:uLnTx/>
                <a:uFillTx/>
                <a:latin typeface="Mona Sans"/>
                <a:ea typeface="+mn-ea"/>
                <a:cs typeface="+mn-cs"/>
              </a:rPr>
              <a:t>Checkstyle</a:t>
            </a:r>
            <a:r>
              <a:rPr kumimoji="0" lang="en-US" sz="2000" b="0" i="0" u="none" strike="noStrike" kern="1200" cap="none" spc="0" normalizeH="0" baseline="0" noProof="0">
                <a:ln>
                  <a:noFill/>
                </a:ln>
                <a:solidFill>
                  <a:srgbClr val="FFFFFF"/>
                </a:solidFill>
                <a:effectLst/>
                <a:uLnTx/>
                <a:uFillTx/>
                <a:latin typeface="Mona Sans"/>
                <a:ea typeface="+mn-ea"/>
                <a:cs typeface="+mn-cs"/>
              </a:rPr>
              <a:t>/</a:t>
            </a:r>
            <a:r>
              <a:rPr kumimoji="0" lang="en-US" sz="2000" b="0" i="0" u="none" strike="noStrike" kern="1200" cap="none" spc="0" normalizeH="0" baseline="0" noProof="0" err="1">
                <a:ln>
                  <a:noFill/>
                </a:ln>
                <a:solidFill>
                  <a:srgbClr val="FFFFFF"/>
                </a:solidFill>
                <a:effectLst/>
                <a:uLnTx/>
                <a:uFillTx/>
                <a:latin typeface="Mona Sans"/>
                <a:ea typeface="+mn-ea"/>
                <a:cs typeface="+mn-cs"/>
              </a:rPr>
              <a:t>SpotBugs</a:t>
            </a:r>
            <a:r>
              <a:rPr kumimoji="0" lang="en-US" sz="2000" b="0" i="0" u="none" strike="noStrike" kern="1200" cap="none" spc="0" normalizeH="0" baseline="0" noProof="0">
                <a:ln>
                  <a:noFill/>
                </a:ln>
                <a:solidFill>
                  <a:srgbClr val="FFFFFF"/>
                </a:solidFill>
                <a:effectLst/>
                <a:uLnTx/>
                <a:uFillTx/>
                <a:latin typeface="Mona Sans"/>
                <a:ea typeface="+mn-ea"/>
                <a:cs typeface="+mn-cs"/>
              </a:rPr>
              <a:t>.</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sz="2000" b="1" i="0" u="none" strike="noStrike" kern="1200" cap="none" spc="0" normalizeH="0" baseline="0" noProof="0">
                <a:ln>
                  <a:noFill/>
                </a:ln>
                <a:solidFill>
                  <a:srgbClr val="FFFFFF"/>
                </a:solidFill>
                <a:effectLst/>
                <a:uLnTx/>
                <a:uFillTx/>
                <a:latin typeface="Mona Sans"/>
                <a:ea typeface="+mn-ea"/>
                <a:cs typeface="+mn-cs"/>
              </a:rPr>
              <a:t>Docs</a:t>
            </a:r>
            <a:r>
              <a:rPr kumimoji="0" lang="en-US" sz="2000" b="0" i="0" u="none" strike="noStrike" kern="1200" cap="none" spc="0" normalizeH="0" baseline="0" noProof="0">
                <a:ln>
                  <a:noFill/>
                </a:ln>
                <a:solidFill>
                  <a:srgbClr val="FFFFFF"/>
                </a:solidFill>
                <a:effectLst/>
                <a:uLnTx/>
                <a:uFillTx/>
                <a:latin typeface="Mona Sans"/>
                <a:ea typeface="+mn-ea"/>
                <a:cs typeface="+mn-cs"/>
              </a:rPr>
              <a:t>: Update README and class‑level Javadoc to clarify responsibilities and extension point.</a:t>
            </a:r>
          </a:p>
        </p:txBody>
      </p:sp>
    </p:spTree>
    <p:extLst>
      <p:ext uri="{BB962C8B-B14F-4D97-AF65-F5344CB8AC3E}">
        <p14:creationId xmlns:p14="http://schemas.microsoft.com/office/powerpoint/2010/main" val="26869964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FE458-7E69-1BBC-005A-D44FB6B065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E3658-A560-D8F2-93C0-04BF4D8EC1C3}"/>
              </a:ext>
            </a:extLst>
          </p:cNvPr>
          <p:cNvSpPr>
            <a:spLocks noGrp="1"/>
          </p:cNvSpPr>
          <p:nvPr>
            <p:ph type="title"/>
          </p:nvPr>
        </p:nvSpPr>
        <p:spPr>
          <a:xfrm>
            <a:off x="747713" y="536111"/>
            <a:ext cx="10696574" cy="498598"/>
          </a:xfrm>
        </p:spPr>
        <p:txBody>
          <a:bodyPr/>
          <a:lstStyle/>
          <a:p>
            <a:r>
              <a:rPr lang="en-US"/>
              <a:t>Ground Responses in Source Material</a:t>
            </a:r>
          </a:p>
        </p:txBody>
      </p:sp>
      <p:sp>
        <p:nvSpPr>
          <p:cNvPr id="4" name="TextBox 3">
            <a:extLst>
              <a:ext uri="{FF2B5EF4-FFF2-40B4-BE49-F238E27FC236}">
                <a16:creationId xmlns:a16="http://schemas.microsoft.com/office/drawing/2014/main" id="{4425575F-4B2C-159F-F160-ADA388110C89}"/>
              </a:ext>
            </a:extLst>
          </p:cNvPr>
          <p:cNvSpPr txBox="1"/>
          <p:nvPr/>
        </p:nvSpPr>
        <p:spPr>
          <a:xfrm>
            <a:off x="747713" y="1587864"/>
            <a:ext cx="10043658" cy="15696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Why it matters (for code):</a:t>
            </a:r>
            <a: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 For large docs/repositories, first extract verbatim signatures, function contracts, and config keys, then write code only against those. This is the code analogue of “direct quotes.”</a:t>
            </a:r>
            <a:b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b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Base reasoning only on retrieved content.</a:t>
            </a:r>
          </a:p>
        </p:txBody>
      </p:sp>
      <p:graphicFrame>
        <p:nvGraphicFramePr>
          <p:cNvPr id="5" name="Table 4">
            <a:extLst>
              <a:ext uri="{FF2B5EF4-FFF2-40B4-BE49-F238E27FC236}">
                <a16:creationId xmlns:a16="http://schemas.microsoft.com/office/drawing/2014/main" id="{21D86BE8-FB1A-0AC7-5776-899F0B39AECB}"/>
              </a:ext>
            </a:extLst>
          </p:cNvPr>
          <p:cNvGraphicFramePr>
            <a:graphicFrameLocks noGrp="1"/>
          </p:cNvGraphicFramePr>
          <p:nvPr/>
        </p:nvGraphicFramePr>
        <p:xfrm>
          <a:off x="831304" y="3917408"/>
          <a:ext cx="9960067" cy="1772192"/>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772192">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From the provided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FastAPI</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docs (./docs/api.md), extract EXACT endpoint paths, methods,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request/response types, status codes, auth requirements. Output a JSON schema of these facts only.</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Then, and only then, generate a Python client that calls those endpoints, citing the JSON entries used.</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192FD0E4-22CE-7FBF-F052-8D158FCE4AA2}"/>
              </a:ext>
            </a:extLst>
          </p:cNvPr>
          <p:cNvSpPr>
            <a:spLocks noChangeArrowheads="1"/>
          </p:cNvSpPr>
          <p:nvPr/>
        </p:nvSpPr>
        <p:spPr bwMode="auto">
          <a:xfrm>
            <a:off x="831304" y="3429000"/>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637564908"/>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38BA4-DE48-4843-B597-1ED7F1F0C5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4D5AD3-6726-AA8F-6F60-EC07DEE4A69B}"/>
              </a:ext>
            </a:extLst>
          </p:cNvPr>
          <p:cNvSpPr>
            <a:spLocks noGrp="1"/>
          </p:cNvSpPr>
          <p:nvPr>
            <p:ph type="title"/>
          </p:nvPr>
        </p:nvSpPr>
        <p:spPr>
          <a:xfrm>
            <a:off x="747713" y="536111"/>
            <a:ext cx="10696574" cy="498598"/>
          </a:xfrm>
        </p:spPr>
        <p:txBody>
          <a:bodyPr/>
          <a:lstStyle/>
          <a:p>
            <a:r>
              <a:rPr lang="en-US"/>
              <a:t>Verify with citations – executable verification</a:t>
            </a:r>
          </a:p>
        </p:txBody>
      </p:sp>
      <p:sp>
        <p:nvSpPr>
          <p:cNvPr id="4" name="TextBox 3">
            <a:extLst>
              <a:ext uri="{FF2B5EF4-FFF2-40B4-BE49-F238E27FC236}">
                <a16:creationId xmlns:a16="http://schemas.microsoft.com/office/drawing/2014/main" id="{439DAB67-530B-0D64-9B8F-25394EB8AC11}"/>
              </a:ext>
            </a:extLst>
          </p:cNvPr>
          <p:cNvSpPr txBox="1"/>
          <p:nvPr/>
        </p:nvSpPr>
        <p:spPr>
          <a:xfrm>
            <a:off x="747713" y="1587864"/>
            <a:ext cx="10043658"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Why it matters (for code):</a:t>
            </a:r>
            <a: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 Textual citations are useful, but in code the gold standard is compile + unit tests + runtime checks, optionally auto-generated and refined. Use both.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Cite the source for each claim or code snippet.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Mona Sans"/>
              <a:ea typeface="+mn-ea"/>
              <a:cs typeface="+mn-cs"/>
            </a:endParaRPr>
          </a:p>
        </p:txBody>
      </p:sp>
      <p:graphicFrame>
        <p:nvGraphicFramePr>
          <p:cNvPr id="5" name="Table 4">
            <a:extLst>
              <a:ext uri="{FF2B5EF4-FFF2-40B4-BE49-F238E27FC236}">
                <a16:creationId xmlns:a16="http://schemas.microsoft.com/office/drawing/2014/main" id="{09BBFBF3-9B4C-1875-7C2D-1AEF00EEBC8F}"/>
              </a:ext>
            </a:extLst>
          </p:cNvPr>
          <p:cNvGraphicFramePr>
            <a:graphicFrameLocks noGrp="1"/>
          </p:cNvGraphicFramePr>
          <p:nvPr/>
        </p:nvGraphicFramePr>
        <p:xfrm>
          <a:off x="831304" y="3917408"/>
          <a:ext cx="9960067" cy="1772192"/>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772192">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Draft the function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normalizeAddress</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(input) in Go.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Then: (1) generate table-driven tests; (2) run them; (3) if any fail, repair and re-run until green.</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3     Report the test summary and the final code only.</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FF907FC6-FF1A-A89C-73A6-BF60770A5DD9}"/>
              </a:ext>
            </a:extLst>
          </p:cNvPr>
          <p:cNvSpPr>
            <a:spLocks noChangeArrowheads="1"/>
          </p:cNvSpPr>
          <p:nvPr/>
        </p:nvSpPr>
        <p:spPr bwMode="auto">
          <a:xfrm>
            <a:off x="831304" y="3429000"/>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2618206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13FC1-7294-E135-EEB2-5A62A7B24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EDDF49-A2F0-EB3B-DE1D-0724FC917837}"/>
              </a:ext>
            </a:extLst>
          </p:cNvPr>
          <p:cNvSpPr>
            <a:spLocks noGrp="1"/>
          </p:cNvSpPr>
          <p:nvPr>
            <p:ph type="title"/>
          </p:nvPr>
        </p:nvSpPr>
        <p:spPr>
          <a:xfrm>
            <a:off x="747713" y="536111"/>
            <a:ext cx="10696574" cy="498598"/>
          </a:xfrm>
        </p:spPr>
        <p:txBody>
          <a:bodyPr/>
          <a:lstStyle/>
          <a:p>
            <a:r>
              <a:rPr lang="en-US"/>
              <a:t>Restrict External Knowledge</a:t>
            </a:r>
          </a:p>
        </p:txBody>
      </p:sp>
      <p:sp>
        <p:nvSpPr>
          <p:cNvPr id="4" name="TextBox 3">
            <a:extLst>
              <a:ext uri="{FF2B5EF4-FFF2-40B4-BE49-F238E27FC236}">
                <a16:creationId xmlns:a16="http://schemas.microsoft.com/office/drawing/2014/main" id="{3A640C46-28C1-1C10-5EE5-E062FF67FCF9}"/>
              </a:ext>
            </a:extLst>
          </p:cNvPr>
          <p:cNvSpPr txBox="1"/>
          <p:nvPr/>
        </p:nvSpPr>
        <p:spPr>
          <a:xfrm>
            <a:off x="747713" y="1587864"/>
            <a:ext cx="10043658"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Why it matters (for code):</a:t>
            </a:r>
            <a: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 For private codebases, restricting to retrieved repo/docs avoids invented APIs. But this can backfire if the retrieved context is insufficient, so add a “context sufficiency” check and allow abstention.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Cite the source for each claim or code snippet.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Mona Sans"/>
              <a:ea typeface="+mn-ea"/>
              <a:cs typeface="+mn-cs"/>
            </a:endParaRPr>
          </a:p>
        </p:txBody>
      </p:sp>
      <p:graphicFrame>
        <p:nvGraphicFramePr>
          <p:cNvPr id="5" name="Table 4">
            <a:extLst>
              <a:ext uri="{FF2B5EF4-FFF2-40B4-BE49-F238E27FC236}">
                <a16:creationId xmlns:a16="http://schemas.microsoft.com/office/drawing/2014/main" id="{F6511971-9A5E-0119-3D9B-56D683DC9348}"/>
              </a:ext>
            </a:extLst>
          </p:cNvPr>
          <p:cNvGraphicFramePr>
            <a:graphicFrameLocks noGrp="1"/>
          </p:cNvGraphicFramePr>
          <p:nvPr/>
        </p:nvGraphicFramePr>
        <p:xfrm>
          <a:off x="831304" y="3917408"/>
          <a:ext cx="9960067" cy="1772192"/>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772192">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Answer only using content retrieved from ./repo and ./docs.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First, rate context sufficiency (sufficient/insufficient) for the task "add OAuth PKCE flow".</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If insufficient, return "insufficient context" and list missing files/sections.</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1B6BA234-7CE4-DDC0-1D14-59E185D56296}"/>
              </a:ext>
            </a:extLst>
          </p:cNvPr>
          <p:cNvSpPr>
            <a:spLocks noChangeArrowheads="1"/>
          </p:cNvSpPr>
          <p:nvPr/>
        </p:nvSpPr>
        <p:spPr bwMode="auto">
          <a:xfrm>
            <a:off x="831304" y="3429000"/>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5572536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D9494-D609-4F47-1661-8333AE92A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62EE4C-EAD9-EE39-3A94-81C52CFCA289}"/>
              </a:ext>
            </a:extLst>
          </p:cNvPr>
          <p:cNvSpPr>
            <a:spLocks noGrp="1"/>
          </p:cNvSpPr>
          <p:nvPr>
            <p:ph type="title"/>
          </p:nvPr>
        </p:nvSpPr>
        <p:spPr>
          <a:xfrm>
            <a:off x="747713" y="536111"/>
            <a:ext cx="10696574" cy="498598"/>
          </a:xfrm>
        </p:spPr>
        <p:txBody>
          <a:bodyPr/>
          <a:lstStyle/>
          <a:p>
            <a:r>
              <a:rPr lang="en-US"/>
              <a:t>Chain-of-Thought Verification</a:t>
            </a:r>
          </a:p>
        </p:txBody>
      </p:sp>
      <p:sp>
        <p:nvSpPr>
          <p:cNvPr id="4" name="TextBox 3">
            <a:extLst>
              <a:ext uri="{FF2B5EF4-FFF2-40B4-BE49-F238E27FC236}">
                <a16:creationId xmlns:a16="http://schemas.microsoft.com/office/drawing/2014/main" id="{9F6B2A8C-EF62-FB50-B599-F5B3289F6EA8}"/>
              </a:ext>
            </a:extLst>
          </p:cNvPr>
          <p:cNvSpPr txBox="1"/>
          <p:nvPr/>
        </p:nvSpPr>
        <p:spPr>
          <a:xfrm>
            <a:off x="747713" y="1587864"/>
            <a:ext cx="10043658" cy="156966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Why it matters (for code):</a:t>
            </a:r>
            <a: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 Ask the model to show its reasoning step-by-step before producing final code. This exposes faulty logic 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Cite the source for each claim or code snippet.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Mona Sans"/>
              <a:ea typeface="+mn-ea"/>
              <a:cs typeface="+mn-cs"/>
            </a:endParaRPr>
          </a:p>
        </p:txBody>
      </p:sp>
      <p:graphicFrame>
        <p:nvGraphicFramePr>
          <p:cNvPr id="5" name="Table 4">
            <a:extLst>
              <a:ext uri="{FF2B5EF4-FFF2-40B4-BE49-F238E27FC236}">
                <a16:creationId xmlns:a16="http://schemas.microsoft.com/office/drawing/2014/main" id="{7F2F08A1-4B66-BD56-C754-048CC7C2F11D}"/>
              </a:ext>
            </a:extLst>
          </p:cNvPr>
          <p:cNvGraphicFramePr>
            <a:graphicFrameLocks noGrp="1"/>
          </p:cNvGraphicFramePr>
          <p:nvPr/>
        </p:nvGraphicFramePr>
        <p:xfrm>
          <a:off x="831304" y="3917408"/>
          <a:ext cx="9960067" cy="1772192"/>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772192">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Outline (max 5 bullets) the plan to refactor legacy Promise chains to async/await.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Then apply the plan to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src</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/legacy/*.</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js</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and run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eslint</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/prettier + type-check.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Show diffs that pass.</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1C72F0CA-6F87-BF71-30A2-320B45E83F46}"/>
              </a:ext>
            </a:extLst>
          </p:cNvPr>
          <p:cNvSpPr>
            <a:spLocks noChangeArrowheads="1"/>
          </p:cNvSpPr>
          <p:nvPr/>
        </p:nvSpPr>
        <p:spPr bwMode="auto">
          <a:xfrm>
            <a:off x="831304" y="3429000"/>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601332574"/>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7E91A-05E1-B933-D67F-2DF03F8A10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6FE34-A558-41DA-A91D-BC927E07F778}"/>
              </a:ext>
            </a:extLst>
          </p:cNvPr>
          <p:cNvSpPr>
            <a:spLocks noGrp="1"/>
          </p:cNvSpPr>
          <p:nvPr>
            <p:ph type="title"/>
          </p:nvPr>
        </p:nvSpPr>
        <p:spPr>
          <a:xfrm>
            <a:off x="747713" y="536111"/>
            <a:ext cx="10696574" cy="498598"/>
          </a:xfrm>
        </p:spPr>
        <p:txBody>
          <a:bodyPr/>
          <a:lstStyle/>
          <a:p>
            <a:r>
              <a:rPr lang="en-US"/>
              <a:t>Avoid invented or malicious dependencies</a:t>
            </a:r>
          </a:p>
        </p:txBody>
      </p:sp>
      <p:sp>
        <p:nvSpPr>
          <p:cNvPr id="4" name="TextBox 3">
            <a:extLst>
              <a:ext uri="{FF2B5EF4-FFF2-40B4-BE49-F238E27FC236}">
                <a16:creationId xmlns:a16="http://schemas.microsoft.com/office/drawing/2014/main" id="{453F0698-CF47-B0EA-996C-59571ACCF8E3}"/>
              </a:ext>
            </a:extLst>
          </p:cNvPr>
          <p:cNvSpPr txBox="1"/>
          <p:nvPr/>
        </p:nvSpPr>
        <p:spPr>
          <a:xfrm>
            <a:off x="747713" y="1587864"/>
            <a:ext cx="1004365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Why it matters (for code):</a:t>
            </a:r>
            <a:r>
              <a:rPr kumimoji="0" lang="en-US" sz="2400" b="0"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 LLMs can invent library names or pick unsafe packages. Enforce allow‑lists and verify package existence and versions before generation.  </a:t>
            </a:r>
            <a:endParaRPr kumimoji="0" lang="en-US" sz="2400" b="0" i="0" u="none" strike="noStrike" kern="1200" cap="none" spc="0" normalizeH="0" baseline="0" noProof="0">
              <a:ln>
                <a:noFill/>
              </a:ln>
              <a:solidFill>
                <a:srgbClr val="FFFFFF"/>
              </a:solidFill>
              <a:effectLst/>
              <a:uLnTx/>
              <a:uFillTx/>
              <a:latin typeface="Mona Sans"/>
              <a:ea typeface="+mn-ea"/>
              <a:cs typeface="+mn-cs"/>
            </a:endParaRPr>
          </a:p>
        </p:txBody>
      </p:sp>
      <p:graphicFrame>
        <p:nvGraphicFramePr>
          <p:cNvPr id="5" name="Table 4">
            <a:extLst>
              <a:ext uri="{FF2B5EF4-FFF2-40B4-BE49-F238E27FC236}">
                <a16:creationId xmlns:a16="http://schemas.microsoft.com/office/drawing/2014/main" id="{AA5FDC5D-F5C1-3F2A-62C1-6DEA9A8A5455}"/>
              </a:ext>
            </a:extLst>
          </p:cNvPr>
          <p:cNvGraphicFramePr>
            <a:graphicFrameLocks noGrp="1"/>
          </p:cNvGraphicFramePr>
          <p:nvPr/>
        </p:nvGraphicFramePr>
        <p:xfrm>
          <a:off x="831304" y="3917408"/>
          <a:ext cx="9960067" cy="1772192"/>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772192">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When suggesting imports, use ONLY packages from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allowlist.json</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Verify existence and latest safe version on the official registry.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If a package is not allowed or cannot be verified, STOP and propose an alternative from the allow-list.</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D1626E70-5E97-4337-A0E2-9EB1BCA9F122}"/>
              </a:ext>
            </a:extLst>
          </p:cNvPr>
          <p:cNvSpPr>
            <a:spLocks noChangeArrowheads="1"/>
          </p:cNvSpPr>
          <p:nvPr/>
        </p:nvSpPr>
        <p:spPr bwMode="auto">
          <a:xfrm>
            <a:off x="831304" y="3429000"/>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731176969"/>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F85F-9035-93EE-4156-371F2BFEDB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C37813-6244-1777-DC84-73F5848C2AC7}"/>
              </a:ext>
            </a:extLst>
          </p:cNvPr>
          <p:cNvSpPr>
            <a:spLocks noGrp="1"/>
          </p:cNvSpPr>
          <p:nvPr>
            <p:ph type="title"/>
          </p:nvPr>
        </p:nvSpPr>
        <p:spPr>
          <a:xfrm>
            <a:off x="747713" y="536111"/>
            <a:ext cx="10696574" cy="498598"/>
          </a:xfrm>
        </p:spPr>
        <p:txBody>
          <a:bodyPr/>
          <a:lstStyle/>
          <a:p>
            <a:r>
              <a:rPr lang="en-US"/>
              <a:t>Meta‑prompt to craft a better coding prompt</a:t>
            </a:r>
          </a:p>
        </p:txBody>
      </p:sp>
      <p:sp>
        <p:nvSpPr>
          <p:cNvPr id="4" name="TextBox 3">
            <a:extLst>
              <a:ext uri="{FF2B5EF4-FFF2-40B4-BE49-F238E27FC236}">
                <a16:creationId xmlns:a16="http://schemas.microsoft.com/office/drawing/2014/main" id="{420F7841-F8D7-C37A-0DE0-151D82D5BCBD}"/>
              </a:ext>
            </a:extLst>
          </p:cNvPr>
          <p:cNvSpPr txBox="1"/>
          <p:nvPr/>
        </p:nvSpPr>
        <p:spPr>
          <a:xfrm>
            <a:off x="747713" y="1587864"/>
            <a:ext cx="10043658"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srgbClr val="FFFFFF"/>
                </a:solidFill>
                <a:effectLst/>
                <a:uLnTx/>
                <a:uFillTx/>
                <a:latin typeface="Mona Sans"/>
                <a:ea typeface="Yu Mincho" panose="020B0400000000000000" pitchFamily="18" charset="-128"/>
                <a:cs typeface="Arial" panose="020B0604020202020204" pitchFamily="34" charset="0"/>
              </a:rPr>
              <a:t>Aks the AI to help you write a better prompt</a:t>
            </a:r>
            <a:endParaRPr kumimoji="0" lang="en-US" sz="2400" b="0" i="0" u="none" strike="noStrike" kern="1200" cap="none" spc="0" normalizeH="0" baseline="0" noProof="0">
              <a:ln>
                <a:noFill/>
              </a:ln>
              <a:solidFill>
                <a:srgbClr val="FFFFFF"/>
              </a:solidFill>
              <a:effectLst/>
              <a:uLnTx/>
              <a:uFillTx/>
              <a:latin typeface="Mona Sans"/>
              <a:ea typeface="+mn-ea"/>
              <a:cs typeface="+mn-cs"/>
            </a:endParaRPr>
          </a:p>
        </p:txBody>
      </p:sp>
      <p:graphicFrame>
        <p:nvGraphicFramePr>
          <p:cNvPr id="5" name="Table 4">
            <a:extLst>
              <a:ext uri="{FF2B5EF4-FFF2-40B4-BE49-F238E27FC236}">
                <a16:creationId xmlns:a16="http://schemas.microsoft.com/office/drawing/2014/main" id="{ED03044A-8553-168B-2C1C-DE0E4A5925E6}"/>
              </a:ext>
            </a:extLst>
          </p:cNvPr>
          <p:cNvGraphicFramePr>
            <a:graphicFrameLocks noGrp="1"/>
          </p:cNvGraphicFramePr>
          <p:nvPr/>
        </p:nvGraphicFramePr>
        <p:xfrm>
          <a:off x="789508" y="2564254"/>
          <a:ext cx="9960067" cy="3889299"/>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3889299">
                <a:tc>
                  <a:txBody>
                    <a:bodyPr/>
                    <a:lstStyle/>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I want you to help me build the best possible prompt to achieve this goal:</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“Generate a production‑ready REST API in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FastAPI</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(Python 3.11) with endpoints for CRUD over Product, including pagination, filtering, and JWT auth, plus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PyTest</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 tests and </a:t>
                      </a:r>
                      <a:r>
                        <a:rPr lang="en-US" sz="1600" err="1">
                          <a:solidFill>
                            <a:schemeClr val="bg1"/>
                          </a:solidFill>
                          <a:effectLst/>
                          <a:latin typeface="Consolas" panose="020B0609020204030204" pitchFamily="49" charset="0"/>
                          <a:ea typeface="Consolas" panose="020B0609020204030204" pitchFamily="49" charset="0"/>
                          <a:cs typeface="Consolas" panose="020B0609020204030204" pitchFamily="49" charset="0"/>
                        </a:rPr>
                        <a:t>Dockerfile</a:t>
                      </a: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a:t>
                      </a:r>
                    </a:p>
                    <a:p>
                      <a:pPr marL="0" marR="0">
                        <a:lnSpc>
                          <a:spcPct val="116000"/>
                        </a:lnSpc>
                        <a:spcAft>
                          <a:spcPts val="800"/>
                        </a:spcAft>
                        <a:buNone/>
                      </a:pPr>
                      <a:endPar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endParaRP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Ask any clarifying questions you need (framework versions, DB, error handling, performance SLAs, testing depth). </a:t>
                      </a:r>
                    </a:p>
                    <a:p>
                      <a:pPr marL="0" marR="0">
                        <a:lnSpc>
                          <a:spcPct val="116000"/>
                        </a:lnSpc>
                        <a:spcAft>
                          <a:spcPts val="800"/>
                        </a:spcAft>
                        <a:buNone/>
                      </a:pPr>
                      <a:r>
                        <a:rPr lang="en-US" sz="1600">
                          <a:solidFill>
                            <a:schemeClr val="bg1"/>
                          </a:solidFill>
                          <a:effectLst/>
                          <a:latin typeface="Consolas" panose="020B0609020204030204" pitchFamily="49" charset="0"/>
                          <a:ea typeface="Consolas" panose="020B0609020204030204" pitchFamily="49" charset="0"/>
                          <a:cs typeface="Consolas" panose="020B0609020204030204" pitchFamily="49" charset="0"/>
                        </a:rPr>
                        <a:t>Then propose a final prompt and a checklist the output should satisfy (style, tests, security, docs).</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4E5879A0-1B45-A77E-C08D-6AED10F4E60B}"/>
              </a:ext>
            </a:extLst>
          </p:cNvPr>
          <p:cNvSpPr>
            <a:spLocks noChangeArrowheads="1"/>
          </p:cNvSpPr>
          <p:nvPr/>
        </p:nvSpPr>
        <p:spPr bwMode="auto">
          <a:xfrm>
            <a:off x="747713" y="2075948"/>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254521915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BE5CB-CD9F-FCCD-6825-991D0A55F8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D3C2CC-45AF-69E4-6116-424600915568}"/>
              </a:ext>
            </a:extLst>
          </p:cNvPr>
          <p:cNvSpPr>
            <a:spLocks noGrp="1"/>
          </p:cNvSpPr>
          <p:nvPr>
            <p:ph type="title"/>
          </p:nvPr>
        </p:nvSpPr>
        <p:spPr>
          <a:xfrm>
            <a:off x="747713" y="536111"/>
            <a:ext cx="10696574" cy="498598"/>
          </a:xfrm>
        </p:spPr>
        <p:txBody>
          <a:bodyPr/>
          <a:lstStyle/>
          <a:p>
            <a:r>
              <a:rPr lang="en-US" dirty="0"/>
              <a:t>Define Workflow / Pipeline Process</a:t>
            </a:r>
          </a:p>
        </p:txBody>
      </p:sp>
      <p:sp>
        <p:nvSpPr>
          <p:cNvPr id="4" name="TextBox 3">
            <a:extLst>
              <a:ext uri="{FF2B5EF4-FFF2-40B4-BE49-F238E27FC236}">
                <a16:creationId xmlns:a16="http://schemas.microsoft.com/office/drawing/2014/main" id="{10DD606E-7B4C-63B9-1BE8-9FDBB5D87482}"/>
              </a:ext>
            </a:extLst>
          </p:cNvPr>
          <p:cNvSpPr txBox="1"/>
          <p:nvPr/>
        </p:nvSpPr>
        <p:spPr>
          <a:xfrm>
            <a:off x="747713" y="1587864"/>
            <a:ext cx="10043658" cy="169277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Mona Sans"/>
                <a:ea typeface="Yu Mincho" panose="020B0400000000000000" pitchFamily="18" charset="-128"/>
                <a:cs typeface="Arial" panose="020B0604020202020204" pitchFamily="34" charset="0"/>
              </a:rPr>
              <a:t>Build concrete workflows and instruct the agent to follow.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solidFill>
                <a:srgbClr val="FFFFFF"/>
              </a:solidFill>
              <a:latin typeface="Mona Sans"/>
              <a:ea typeface="Yu Mincho" panose="020B0400000000000000" pitchFamily="18" charset="-128"/>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FFFFFF"/>
                </a:solidFill>
                <a:latin typeface="Mona Sans"/>
                <a:ea typeface="Yu Mincho" panose="020B0400000000000000" pitchFamily="18" charset="-128"/>
                <a:cs typeface="Arial" panose="020B0604020202020204" pitchFamily="34" charset="0"/>
              </a:rPr>
              <a:t>Implement System Design Doc -&gt; Validate against other system docs for 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i="0" u="none" strike="noStrike" kern="1200" cap="none" spc="0" normalizeH="0" baseline="0" noProof="0" dirty="0">
                <a:ln>
                  <a:noFill/>
                </a:ln>
                <a:solidFill>
                  <a:srgbClr val="FFFFFF"/>
                </a:solidFill>
                <a:effectLst/>
                <a:uLnTx/>
                <a:uFillTx/>
                <a:latin typeface="Mona Sans"/>
                <a:ea typeface="Yu Mincho" panose="020B0400000000000000" pitchFamily="18" charset="-128"/>
                <a:cs typeface="Arial" panose="020B0604020202020204" pitchFamily="34" charset="0"/>
              </a:rPr>
              <a:t>Implement System Design Spec -&gt; Validate spec adheres to design doc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FFFFFF"/>
                </a:solidFill>
                <a:latin typeface="Mona Sans"/>
                <a:ea typeface="Yu Mincho" panose="020B0400000000000000" pitchFamily="18" charset="-128"/>
                <a:cs typeface="Arial" panose="020B0604020202020204" pitchFamily="34" charset="0"/>
              </a:rPr>
              <a:t>Implement Runtime -&gt; Validate runtime adheres to the system spec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FFFFFF"/>
                </a:solidFill>
                <a:latin typeface="Mona Sans"/>
                <a:ea typeface="Yu Mincho" panose="020B0400000000000000" pitchFamily="18" charset="-128"/>
                <a:cs typeface="Arial" panose="020B0604020202020204" pitchFamily="34" charset="0"/>
              </a:rPr>
              <a:t>Perform End to End validation </a:t>
            </a:r>
            <a:endParaRPr kumimoji="0" lang="en-US" sz="1600" i="0" u="none" strike="noStrike" kern="1200" cap="none" spc="0" normalizeH="0" baseline="0" noProof="0" dirty="0">
              <a:ln>
                <a:noFill/>
              </a:ln>
              <a:solidFill>
                <a:srgbClr val="FFFFFF"/>
              </a:solidFill>
              <a:effectLst/>
              <a:uLnTx/>
              <a:uFillTx/>
              <a:latin typeface="Mona Sans"/>
              <a:ea typeface="Yu Mincho" panose="020B0400000000000000" pitchFamily="18" charset="-128"/>
              <a:cs typeface="Arial" panose="020B0604020202020204" pitchFamily="34" charset="0"/>
            </a:endParaRPr>
          </a:p>
        </p:txBody>
      </p:sp>
      <p:graphicFrame>
        <p:nvGraphicFramePr>
          <p:cNvPr id="5" name="Table 4">
            <a:extLst>
              <a:ext uri="{FF2B5EF4-FFF2-40B4-BE49-F238E27FC236}">
                <a16:creationId xmlns:a16="http://schemas.microsoft.com/office/drawing/2014/main" id="{C4DBBAC4-929B-7FDE-FA59-F5A040EE6C81}"/>
              </a:ext>
            </a:extLst>
          </p:cNvPr>
          <p:cNvGraphicFramePr>
            <a:graphicFrameLocks noGrp="1"/>
          </p:cNvGraphicFramePr>
          <p:nvPr>
            <p:extLst>
              <p:ext uri="{D42A27DB-BD31-4B8C-83A1-F6EECF244321}">
                <p14:modId xmlns:p14="http://schemas.microsoft.com/office/powerpoint/2010/main" val="2425518818"/>
              </p:ext>
            </p:extLst>
          </p:nvPr>
        </p:nvGraphicFramePr>
        <p:xfrm>
          <a:off x="671266" y="3907197"/>
          <a:ext cx="9960067" cy="1014519"/>
        </p:xfrm>
        <a:graphic>
          <a:graphicData uri="http://schemas.openxmlformats.org/drawingml/2006/table">
            <a:tbl>
              <a:tblPr firstRow="1" firstCol="1" bandRow="1"/>
              <a:tblGrid>
                <a:gridCol w="9960067">
                  <a:extLst>
                    <a:ext uri="{9D8B030D-6E8A-4147-A177-3AD203B41FA5}">
                      <a16:colId xmlns:a16="http://schemas.microsoft.com/office/drawing/2014/main" val="2061008490"/>
                    </a:ext>
                  </a:extLst>
                </a:gridCol>
              </a:tblGrid>
              <a:tr h="1014519">
                <a:tc>
                  <a:txBody>
                    <a:bodyPr/>
                    <a:lstStyle/>
                    <a:p>
                      <a:pPr marL="0" marR="0">
                        <a:lnSpc>
                          <a:spcPct val="116000"/>
                        </a:lnSpc>
                        <a:spcAft>
                          <a:spcPts val="800"/>
                        </a:spcAft>
                        <a:buNone/>
                      </a:pPr>
                      <a:r>
                        <a:rPr lang="en-US" sz="1600" dirty="0">
                          <a:solidFill>
                            <a:schemeClr val="bg1"/>
                          </a:solidFill>
                          <a:effectLst/>
                          <a:latin typeface="Consolas" panose="020B0609020204030204" pitchFamily="49" charset="0"/>
                          <a:ea typeface="Consolas" panose="020B0609020204030204" pitchFamily="49" charset="0"/>
                          <a:cs typeface="Consolas" panose="020B0609020204030204" pitchFamily="49" charset="0"/>
                        </a:rPr>
                        <a:t>Implement the order notification component following the process outlined in system_workflow.md, ensure that all validation steps and agents are executed.</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07429032"/>
                  </a:ext>
                </a:extLst>
              </a:tr>
            </a:tbl>
          </a:graphicData>
        </a:graphic>
      </p:graphicFrame>
      <p:sp>
        <p:nvSpPr>
          <p:cNvPr id="6" name="Rectangle 1">
            <a:extLst>
              <a:ext uri="{FF2B5EF4-FFF2-40B4-BE49-F238E27FC236}">
                <a16:creationId xmlns:a16="http://schemas.microsoft.com/office/drawing/2014/main" id="{A4CDB94D-A9E5-BA6F-8C0D-5ED9E9E05A3B}"/>
              </a:ext>
            </a:extLst>
          </p:cNvPr>
          <p:cNvSpPr>
            <a:spLocks noChangeArrowheads="1"/>
          </p:cNvSpPr>
          <p:nvPr/>
        </p:nvSpPr>
        <p:spPr bwMode="auto">
          <a:xfrm>
            <a:off x="671266" y="3393861"/>
            <a:ext cx="9803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altLang="ja-JP" sz="2000" b="1" i="0" u="none" strike="noStrike" kern="1200" cap="none" spc="0" normalizeH="0" baseline="0" noProof="0" dirty="0">
                <a:ln>
                  <a:noFill/>
                </a:ln>
                <a:solidFill>
                  <a:srgbClr val="FFFFFF"/>
                </a:solidFill>
                <a:effectLst/>
                <a:uLnTx/>
                <a:uFillTx/>
                <a:latin typeface="Calibri" panose="020F0502020204030204" pitchFamily="34" charset="0"/>
                <a:ea typeface="Yu Mincho" panose="020B0400000000000000" pitchFamily="18" charset="-128"/>
                <a:cs typeface="Arial" panose="020B0604020202020204" pitchFamily="34" charset="0"/>
              </a:rPr>
              <a:t>Prompt</a:t>
            </a:r>
            <a:endParaRPr kumimoji="0" lang="en-US" altLang="ja-JP" sz="2000" b="0" i="0" u="none" strike="noStrike" kern="1200" cap="none" spc="0" normalizeH="0" baseline="0" noProof="0" dirty="0">
              <a:ln>
                <a:noFill/>
              </a:ln>
              <a:solidFill>
                <a:srgbClr val="FFFFFF"/>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28222713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F8B17-D51C-F7B5-3DD4-6A34E4B1EB1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6DE1BC3-3DA7-D315-6AE6-1F01571627B6}"/>
              </a:ext>
              <a:ext uri="{C183D7F6-B498-43B3-948B-1728B52AA6E4}">
                <adec:decorative xmlns:adec="http://schemas.microsoft.com/office/drawing/2017/decorative" val="1"/>
              </a:ext>
            </a:extLst>
          </p:cNvPr>
          <p:cNvPicPr preferRelativeResize="0"/>
          <p:nvPr/>
        </p:nvPicPr>
        <p:blipFill rotWithShape="1">
          <a:blip r:embed="rId3">
            <a:alphaModFix amt="24000"/>
          </a:blip>
          <a:srcRect l="86987"/>
          <a:stretch/>
        </p:blipFill>
        <p:spPr>
          <a:xfrm>
            <a:off x="-1" y="1666786"/>
            <a:ext cx="522869" cy="4017913"/>
          </a:xfrm>
          <a:custGeom>
            <a:avLst/>
            <a:gdLst>
              <a:gd name="connsiteX0" fmla="*/ 0 w 734898"/>
              <a:gd name="connsiteY0" fmla="*/ 0 h 3632820"/>
              <a:gd name="connsiteX1" fmla="*/ 734898 w 734898"/>
              <a:gd name="connsiteY1" fmla="*/ 0 h 3632820"/>
              <a:gd name="connsiteX2" fmla="*/ 734898 w 734898"/>
              <a:gd name="connsiteY2" fmla="*/ 3632820 h 3632820"/>
              <a:gd name="connsiteX3" fmla="*/ 0 w 734898"/>
              <a:gd name="connsiteY3" fmla="*/ 3632820 h 3632820"/>
            </a:gdLst>
            <a:ahLst/>
            <a:cxnLst>
              <a:cxn ang="0">
                <a:pos x="connsiteX0" y="connsiteY0"/>
              </a:cxn>
              <a:cxn ang="0">
                <a:pos x="connsiteX1" y="connsiteY1"/>
              </a:cxn>
              <a:cxn ang="0">
                <a:pos x="connsiteX2" y="connsiteY2"/>
              </a:cxn>
              <a:cxn ang="0">
                <a:pos x="connsiteX3" y="connsiteY3"/>
              </a:cxn>
            </a:cxnLst>
            <a:rect l="l" t="t" r="r" b="b"/>
            <a:pathLst>
              <a:path w="734898" h="3632820">
                <a:moveTo>
                  <a:pt x="0" y="0"/>
                </a:moveTo>
                <a:lnTo>
                  <a:pt x="734898" y="0"/>
                </a:lnTo>
                <a:lnTo>
                  <a:pt x="734898" y="3632820"/>
                </a:lnTo>
                <a:lnTo>
                  <a:pt x="0" y="3632820"/>
                </a:lnTo>
                <a:close/>
              </a:path>
            </a:pathLst>
          </a:custGeom>
        </p:spPr>
      </p:pic>
      <p:sp>
        <p:nvSpPr>
          <p:cNvPr id="2" name="Freeform: Shape 1">
            <a:extLst>
              <a:ext uri="{FF2B5EF4-FFF2-40B4-BE49-F238E27FC236}">
                <a16:creationId xmlns:a16="http://schemas.microsoft.com/office/drawing/2014/main" id="{B35AC2F6-2A6A-94E5-E147-066892B25436}"/>
              </a:ext>
              <a:ext uri="{C183D7F6-B498-43B3-948B-1728B52AA6E4}">
                <adec:decorative xmlns:adec="http://schemas.microsoft.com/office/drawing/2017/decorative" val="1"/>
              </a:ext>
            </a:extLst>
          </p:cNvPr>
          <p:cNvSpPr/>
          <p:nvPr/>
        </p:nvSpPr>
        <p:spPr>
          <a:xfrm flipH="1">
            <a:off x="1664716" y="1"/>
            <a:ext cx="10121811" cy="6857999"/>
          </a:xfrm>
          <a:custGeom>
            <a:avLst/>
            <a:gdLst>
              <a:gd name="connsiteX0" fmla="*/ 8498383 w 10121811"/>
              <a:gd name="connsiteY0" fmla="*/ 0 h 6857999"/>
              <a:gd name="connsiteX1" fmla="*/ 1623428 w 10121811"/>
              <a:gd name="connsiteY1" fmla="*/ 0 h 6857999"/>
              <a:gd name="connsiteX2" fmla="*/ 1482305 w 10121811"/>
              <a:gd name="connsiteY2" fmla="*/ 134341 h 6857999"/>
              <a:gd name="connsiteX3" fmla="*/ 0 w 10121811"/>
              <a:gd name="connsiteY3" fmla="*/ 3707418 h 6857999"/>
              <a:gd name="connsiteX4" fmla="*/ 1005423 w 10121811"/>
              <a:gd name="connsiteY4" fmla="*/ 6730765 h 6857999"/>
              <a:gd name="connsiteX5" fmla="*/ 1105564 w 10121811"/>
              <a:gd name="connsiteY5" fmla="*/ 6857999 h 6857999"/>
              <a:gd name="connsiteX6" fmla="*/ 9016247 w 10121811"/>
              <a:gd name="connsiteY6" fmla="*/ 6857999 h 6857999"/>
              <a:gd name="connsiteX7" fmla="*/ 9116388 w 10121811"/>
              <a:gd name="connsiteY7" fmla="*/ 6730765 h 6857999"/>
              <a:gd name="connsiteX8" fmla="*/ 10121811 w 10121811"/>
              <a:gd name="connsiteY8" fmla="*/ 3707418 h 6857999"/>
              <a:gd name="connsiteX9" fmla="*/ 8639506 w 10121811"/>
              <a:gd name="connsiteY9" fmla="*/ 134341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21811" h="6857999">
                <a:moveTo>
                  <a:pt x="8498383" y="0"/>
                </a:moveTo>
                <a:lnTo>
                  <a:pt x="1623428" y="0"/>
                </a:lnTo>
                <a:lnTo>
                  <a:pt x="1482305" y="134341"/>
                </a:lnTo>
                <a:cubicBezTo>
                  <a:pt x="566462" y="1048771"/>
                  <a:pt x="0" y="2312044"/>
                  <a:pt x="0" y="3707418"/>
                </a:cubicBezTo>
                <a:cubicBezTo>
                  <a:pt x="0" y="4841159"/>
                  <a:pt x="373953" y="5887694"/>
                  <a:pt x="1005423" y="6730765"/>
                </a:cubicBezTo>
                <a:lnTo>
                  <a:pt x="1105564" y="6857999"/>
                </a:lnTo>
                <a:lnTo>
                  <a:pt x="9016247" y="6857999"/>
                </a:lnTo>
                <a:lnTo>
                  <a:pt x="9116388" y="6730765"/>
                </a:lnTo>
                <a:cubicBezTo>
                  <a:pt x="9747857" y="5887694"/>
                  <a:pt x="10121811" y="4841159"/>
                  <a:pt x="10121811" y="3707418"/>
                </a:cubicBezTo>
                <a:cubicBezTo>
                  <a:pt x="10121811" y="2312044"/>
                  <a:pt x="9555349" y="1048771"/>
                  <a:pt x="8639506" y="134341"/>
                </a:cubicBez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sp>
        <p:nvSpPr>
          <p:cNvPr id="3" name="Freeform: Shape 2">
            <a:extLst>
              <a:ext uri="{FF2B5EF4-FFF2-40B4-BE49-F238E27FC236}">
                <a16:creationId xmlns:a16="http://schemas.microsoft.com/office/drawing/2014/main" id="{AD1988D8-9DFB-E395-313D-FBBEA893342C}"/>
              </a:ext>
              <a:ext uri="{C183D7F6-B498-43B3-948B-1728B52AA6E4}">
                <adec:decorative xmlns:adec="http://schemas.microsoft.com/office/drawing/2017/decorative" val="1"/>
              </a:ext>
            </a:extLst>
          </p:cNvPr>
          <p:cNvSpPr/>
          <p:nvPr/>
        </p:nvSpPr>
        <p:spPr>
          <a:xfrm flipH="1">
            <a:off x="114113" y="1"/>
            <a:ext cx="7844414" cy="6857999"/>
          </a:xfrm>
          <a:custGeom>
            <a:avLst/>
            <a:gdLst>
              <a:gd name="connsiteX0" fmla="*/ 7844414 w 7844414"/>
              <a:gd name="connsiteY0" fmla="*/ 0 h 6857999"/>
              <a:gd name="connsiteX1" fmla="*/ 1623428 w 7844414"/>
              <a:gd name="connsiteY1" fmla="*/ 0 h 6857999"/>
              <a:gd name="connsiteX2" fmla="*/ 1482305 w 7844414"/>
              <a:gd name="connsiteY2" fmla="*/ 134341 h 6857999"/>
              <a:gd name="connsiteX3" fmla="*/ 0 w 7844414"/>
              <a:gd name="connsiteY3" fmla="*/ 3707418 h 6857999"/>
              <a:gd name="connsiteX4" fmla="*/ 1005423 w 7844414"/>
              <a:gd name="connsiteY4" fmla="*/ 6730765 h 6857999"/>
              <a:gd name="connsiteX5" fmla="*/ 1105564 w 7844414"/>
              <a:gd name="connsiteY5" fmla="*/ 6857999 h 6857999"/>
              <a:gd name="connsiteX6" fmla="*/ 7844414 w 7844414"/>
              <a:gd name="connsiteY6"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44414" h="6857999">
                <a:moveTo>
                  <a:pt x="7844414" y="0"/>
                </a:moveTo>
                <a:lnTo>
                  <a:pt x="1623428" y="0"/>
                </a:lnTo>
                <a:lnTo>
                  <a:pt x="1482305" y="134341"/>
                </a:lnTo>
                <a:cubicBezTo>
                  <a:pt x="566462" y="1048771"/>
                  <a:pt x="0" y="2312044"/>
                  <a:pt x="0" y="3707418"/>
                </a:cubicBezTo>
                <a:cubicBezTo>
                  <a:pt x="0" y="4841159"/>
                  <a:pt x="373953" y="5887694"/>
                  <a:pt x="1005423" y="6730765"/>
                </a:cubicBezTo>
                <a:lnTo>
                  <a:pt x="1105564" y="6857999"/>
                </a:lnTo>
                <a:lnTo>
                  <a:pt x="7844414" y="6857999"/>
                </a:ln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pic>
        <p:nvPicPr>
          <p:cNvPr id="18" name="Picture 17">
            <a:extLst>
              <a:ext uri="{FF2B5EF4-FFF2-40B4-BE49-F238E27FC236}">
                <a16:creationId xmlns:a16="http://schemas.microsoft.com/office/drawing/2014/main" id="{E89E3776-61AD-D8E1-54E8-4C63FCA3F9DB}"/>
              </a:ext>
              <a:ext uri="{C183D7F6-B498-43B3-948B-1728B52AA6E4}">
                <adec:decorative xmlns:adec="http://schemas.microsoft.com/office/drawing/2017/decorative" val="1"/>
              </a:ext>
            </a:extLst>
          </p:cNvPr>
          <p:cNvPicPr>
            <a:picLocks noChangeAspect="1"/>
          </p:cNvPicPr>
          <p:nvPr/>
        </p:nvPicPr>
        <p:blipFill rotWithShape="1">
          <a:blip r:embed="rId4" cstate="print">
            <a:alphaModFix amt="30000"/>
            <a:extLst>
              <a:ext uri="{28A0092B-C50C-407E-A947-70E740481C1C}">
                <a14:useLocalDpi xmlns:a14="http://schemas.microsoft.com/office/drawing/2010/main" val="0"/>
              </a:ext>
            </a:extLst>
          </a:blip>
          <a:srcRect r="73459"/>
          <a:stretch/>
        </p:blipFill>
        <p:spPr>
          <a:xfrm rot="16200000" flipV="1">
            <a:off x="8853438" y="-2214451"/>
            <a:ext cx="1124110" cy="5553013"/>
          </a:xfrm>
          <a:prstGeom prst="rect">
            <a:avLst/>
          </a:prstGeom>
        </p:spPr>
      </p:pic>
      <p:sp>
        <p:nvSpPr>
          <p:cNvPr id="7" name="Freeform: Shape 6">
            <a:extLst>
              <a:ext uri="{FF2B5EF4-FFF2-40B4-BE49-F238E27FC236}">
                <a16:creationId xmlns:a16="http://schemas.microsoft.com/office/drawing/2014/main" id="{D4D8FC50-09E7-683A-3B8F-A40521C67C8B}"/>
              </a:ext>
              <a:ext uri="{C183D7F6-B498-43B3-948B-1728B52AA6E4}">
                <adec:decorative xmlns:adec="http://schemas.microsoft.com/office/drawing/2017/decorative" val="1"/>
              </a:ext>
            </a:extLst>
          </p:cNvPr>
          <p:cNvSpPr/>
          <p:nvPr/>
        </p:nvSpPr>
        <p:spPr>
          <a:xfrm rot="5400000" flipH="1">
            <a:off x="10771386" y="5439289"/>
            <a:ext cx="1420613" cy="1416809"/>
          </a:xfrm>
          <a:custGeom>
            <a:avLst/>
            <a:gdLst>
              <a:gd name="connsiteX0" fmla="*/ 1418338 w 1420613"/>
              <a:gd name="connsiteY0" fmla="*/ 0 h 1416809"/>
              <a:gd name="connsiteX1" fmla="*/ 0 w 1420613"/>
              <a:gd name="connsiteY1" fmla="*/ 0 h 1416809"/>
              <a:gd name="connsiteX2" fmla="*/ 0 w 1420613"/>
              <a:gd name="connsiteY2" fmla="*/ 1415694 h 1416809"/>
              <a:gd name="connsiteX3" fmla="*/ 22146 w 1420613"/>
              <a:gd name="connsiteY3" fmla="*/ 1416809 h 1416809"/>
              <a:gd name="connsiteX4" fmla="*/ 1420613 w 1420613"/>
              <a:gd name="connsiteY4" fmla="*/ 22497 h 1416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613" h="1416809">
                <a:moveTo>
                  <a:pt x="1418338" y="0"/>
                </a:moveTo>
                <a:lnTo>
                  <a:pt x="0" y="0"/>
                </a:lnTo>
                <a:lnTo>
                  <a:pt x="0" y="1415694"/>
                </a:lnTo>
                <a:lnTo>
                  <a:pt x="22146" y="1416809"/>
                </a:lnTo>
                <a:cubicBezTo>
                  <a:pt x="794498" y="1416809"/>
                  <a:pt x="1420613" y="792556"/>
                  <a:pt x="1420613" y="22497"/>
                </a:cubicBezTo>
                <a:close/>
              </a:path>
            </a:pathLst>
          </a:custGeom>
          <a:gradFill>
            <a:gsLst>
              <a:gs pos="0">
                <a:srgbClr val="19C8EB"/>
              </a:gs>
              <a:gs pos="61000">
                <a:srgbClr val="565797"/>
              </a:gs>
              <a:gs pos="100000">
                <a:srgbClr val="58508F"/>
              </a:gs>
            </a:gsLst>
            <a:lin ang="2700008" scaled="1"/>
          </a:gradFill>
          <a:ln w="9071"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Helvetica"/>
              <a:ea typeface="+mn-ea"/>
              <a:cs typeface="+mn-cs"/>
            </a:endParaRPr>
          </a:p>
        </p:txBody>
      </p:sp>
      <p:sp>
        <p:nvSpPr>
          <p:cNvPr id="6" name="Text 23">
            <a:extLst>
              <a:ext uri="{FF2B5EF4-FFF2-40B4-BE49-F238E27FC236}">
                <a16:creationId xmlns:a16="http://schemas.microsoft.com/office/drawing/2014/main" id="{22F5FBBE-02DD-07FE-186B-65DF802D546D}"/>
              </a:ext>
            </a:extLst>
          </p:cNvPr>
          <p:cNvSpPr>
            <a:spLocks noGrp="1"/>
          </p:cNvSpPr>
          <p:nvPr>
            <p:ph type="title"/>
          </p:nvPr>
        </p:nvSpPr>
        <p:spPr>
          <a:xfrm>
            <a:off x="798146" y="300881"/>
            <a:ext cx="10696574" cy="498598"/>
          </a:xfr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r>
              <a:rPr lang="en-US"/>
              <a:t>Custom Instructions</a:t>
            </a:r>
          </a:p>
        </p:txBody>
      </p:sp>
      <p:pic>
        <p:nvPicPr>
          <p:cNvPr id="9" name="Picture 8" descr="A screenshot of a computer program&#10;&#10;AI-generated content may be incorrect.">
            <a:hlinkClick r:id="rId5"/>
            <a:extLst>
              <a:ext uri="{FF2B5EF4-FFF2-40B4-BE49-F238E27FC236}">
                <a16:creationId xmlns:a16="http://schemas.microsoft.com/office/drawing/2014/main" id="{F2E39883-8E1C-80C9-8334-C2EFA28A02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30099" y="1424991"/>
            <a:ext cx="6108492" cy="5149352"/>
          </a:xfrm>
          <a:prstGeom prst="rect">
            <a:avLst/>
          </a:prstGeom>
        </p:spPr>
      </p:pic>
      <p:sp>
        <p:nvSpPr>
          <p:cNvPr id="4" name="TextBox 3">
            <a:extLst>
              <a:ext uri="{FF2B5EF4-FFF2-40B4-BE49-F238E27FC236}">
                <a16:creationId xmlns:a16="http://schemas.microsoft.com/office/drawing/2014/main" id="{477D80B4-091E-39A8-E0C0-6D04EC05E08F}"/>
              </a:ext>
            </a:extLst>
          </p:cNvPr>
          <p:cNvSpPr txBox="1"/>
          <p:nvPr/>
        </p:nvSpPr>
        <p:spPr>
          <a:xfrm>
            <a:off x="838898" y="1952959"/>
            <a:ext cx="4492487" cy="3445565"/>
          </a:xfrm>
          <a:prstGeom prst="rect">
            <a:avLst/>
          </a:prstGeom>
          <a:noFill/>
        </p:spPr>
        <p:txBody>
          <a:bodyPr wrap="square" lIns="0" tIns="0" rIns="0" bIns="0" rtlCol="0">
            <a:noAutofit/>
          </a:bodyPr>
          <a:lstStyle/>
          <a:p>
            <a:pPr marL="0" marR="0" lvl="0" indent="0" algn="l" defTabSz="685800" rtl="0" eaLnBrk="1" fontAlgn="auto" latinLnBrk="0" hangingPunct="1">
              <a:lnSpc>
                <a:spcPct val="100000"/>
              </a:lnSpc>
              <a:spcBef>
                <a:spcPts val="400"/>
              </a:spcBef>
              <a:spcAft>
                <a:spcPts val="0"/>
              </a:spcAft>
              <a:buClrTx/>
              <a:buSzTx/>
              <a:buFontTx/>
              <a:buNone/>
              <a:tabLst/>
              <a:defRPr/>
            </a:pPr>
            <a:endParaRPr kumimoji="0" lang="en-US" sz="1400" b="1"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685800" rtl="0" eaLnBrk="1" fontAlgn="auto" latinLnBrk="0" hangingPunct="1">
              <a:lnSpc>
                <a:spcPct val="100000"/>
              </a:lnSpc>
              <a:spcBef>
                <a:spcPts val="400"/>
              </a:spcBef>
              <a:spcAft>
                <a:spcPts val="0"/>
              </a:spcAft>
              <a:buClrTx/>
              <a:buSzTx/>
              <a:buFontTx/>
              <a:buNone/>
              <a:tabLst/>
              <a:defRPr/>
            </a:pPr>
            <a:endParaRPr kumimoji="0" lang="en-US" sz="1400" b="1"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685800" rtl="0" eaLnBrk="1" fontAlgn="auto" latinLnBrk="0" hangingPunct="1">
              <a:lnSpc>
                <a:spcPct val="100000"/>
              </a:lnSpc>
              <a:spcBef>
                <a:spcPts val="40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a:ea typeface="+mn-ea"/>
                <a:cs typeface="+mn-cs"/>
              </a:rPr>
              <a:t>Repository-wide instructions</a:t>
            </a:r>
            <a:r>
              <a:rPr kumimoji="0" lang="en-US" sz="1400" b="0" i="0" u="none" strike="noStrike" kern="1200" cap="none" spc="0" normalizeH="0" baseline="0" noProof="0">
                <a:ln>
                  <a:noFill/>
                </a:ln>
                <a:solidFill>
                  <a:srgbClr val="FFFFFF"/>
                </a:solidFill>
                <a:effectLst/>
                <a:uLnTx/>
                <a:uFillTx/>
                <a:latin typeface="Helvetica"/>
                <a:ea typeface="+mn-ea"/>
                <a:cs typeface="+mn-cs"/>
              </a:rPr>
              <a:t>: </a:t>
            </a:r>
          </a:p>
          <a:p>
            <a:pPr marL="171450" marR="0" lvl="0" indent="-171450" algn="l" defTabSz="685800" rtl="0" eaLnBrk="1" fontAlgn="auto" latinLnBrk="0" hangingPunct="1">
              <a:lnSpc>
                <a:spcPct val="100000"/>
              </a:lnSpc>
              <a:spcBef>
                <a:spcPts val="400"/>
              </a:spcBef>
              <a:spcAft>
                <a:spcPts val="0"/>
              </a:spcAft>
              <a:buClrTx/>
              <a:buSzTx/>
              <a:buFontTx/>
              <a:buChar char="-"/>
              <a:tabLst/>
              <a:defRPr/>
            </a:pPr>
            <a:r>
              <a:rPr kumimoji="0" lang="en-US" sz="1400" b="0" i="0" u="none" strike="noStrike" kern="1200" cap="none" spc="0" normalizeH="0" baseline="0" noProof="0">
                <a:ln>
                  <a:noFill/>
                </a:ln>
                <a:solidFill>
                  <a:srgbClr val="FFFFFF"/>
                </a:solidFill>
                <a:effectLst/>
                <a:uLnTx/>
                <a:uFillTx/>
                <a:latin typeface="Helvetica"/>
                <a:ea typeface="+mn-ea"/>
                <a:cs typeface="+mn-cs"/>
              </a:rPr>
              <a:t>copilot-instructions.md file </a:t>
            </a:r>
          </a:p>
          <a:p>
            <a:pPr marL="171450" marR="0" lvl="0" indent="-171450" algn="l" defTabSz="685800" rtl="0" eaLnBrk="1" fontAlgn="auto" latinLnBrk="0" hangingPunct="1">
              <a:lnSpc>
                <a:spcPct val="100000"/>
              </a:lnSpc>
              <a:spcBef>
                <a:spcPts val="400"/>
              </a:spcBef>
              <a:spcAft>
                <a:spcPts val="0"/>
              </a:spcAft>
              <a:buClrTx/>
              <a:buSzTx/>
              <a:buFontTx/>
              <a:buChar char="-"/>
              <a:tabLst/>
              <a:defRPr/>
            </a:pPr>
            <a:r>
              <a:rPr kumimoji="0" lang="en-US" sz="1400" b="0" i="0" u="none" strike="noStrike" kern="1200" cap="none" spc="0" normalizeH="0" baseline="0" noProof="0">
                <a:ln>
                  <a:noFill/>
                </a:ln>
                <a:solidFill>
                  <a:srgbClr val="FFFFFF"/>
                </a:solidFill>
                <a:effectLst/>
                <a:uLnTx/>
                <a:uFillTx/>
                <a:latin typeface="Helvetica"/>
                <a:ea typeface="+mn-ea"/>
                <a:cs typeface="+mn-cs"/>
              </a:rPr>
              <a:t>applies to all files in the repository.</a:t>
            </a:r>
          </a:p>
          <a:p>
            <a:pPr marL="0" marR="0" lvl="0" indent="0" algn="l" defTabSz="685800" rtl="0" eaLnBrk="1" fontAlgn="auto" latinLnBrk="0" hangingPunct="1">
              <a:lnSpc>
                <a:spcPct val="100000"/>
              </a:lnSpc>
              <a:spcBef>
                <a:spcPts val="400"/>
              </a:spcBef>
              <a:spcAft>
                <a:spcPts val="0"/>
              </a:spcAft>
              <a:buClrTx/>
              <a:buSzTx/>
              <a:buFontTx/>
              <a:buNone/>
              <a:tabLst/>
              <a:defRPr/>
            </a:pPr>
            <a:endParaRPr kumimoji="0" lang="en-US" sz="1400" b="0"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685800" rtl="0" eaLnBrk="1" fontAlgn="auto" latinLnBrk="0" hangingPunct="1">
              <a:lnSpc>
                <a:spcPct val="100000"/>
              </a:lnSpc>
              <a:spcBef>
                <a:spcPts val="400"/>
              </a:spcBef>
              <a:spcAft>
                <a:spcPts val="0"/>
              </a:spcAft>
              <a:buClrTx/>
              <a:buSzTx/>
              <a:buFontTx/>
              <a:buNone/>
              <a:tabLst/>
              <a:defRPr/>
            </a:pPr>
            <a:endParaRPr kumimoji="0" lang="en-US" sz="1400" b="0"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685800" rtl="0" eaLnBrk="1" fontAlgn="auto" latinLnBrk="0" hangingPunct="1">
              <a:lnSpc>
                <a:spcPct val="100000"/>
              </a:lnSpc>
              <a:spcBef>
                <a:spcPts val="40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a:ea typeface="+mn-ea"/>
                <a:cs typeface="+mn-cs"/>
              </a:rPr>
              <a:t>Path-specific instructions</a:t>
            </a:r>
            <a:r>
              <a:rPr kumimoji="0" lang="en-US" sz="1400" b="0" i="0" u="none" strike="noStrike" kern="1200" cap="none" spc="0" normalizeH="0" baseline="0" noProof="0">
                <a:ln>
                  <a:noFill/>
                </a:ln>
                <a:solidFill>
                  <a:srgbClr val="FFFFFF"/>
                </a:solidFill>
                <a:effectLst/>
                <a:uLnTx/>
                <a:uFillTx/>
                <a:latin typeface="Helvetica"/>
                <a:ea typeface="+mn-ea"/>
                <a:cs typeface="+mn-cs"/>
              </a:rPr>
              <a:t>:</a:t>
            </a:r>
          </a:p>
          <a:p>
            <a:pPr marL="171450" marR="0" lvl="0" indent="-171450" algn="l" defTabSz="685800" rtl="0" eaLnBrk="1" fontAlgn="auto" latinLnBrk="0" hangingPunct="1">
              <a:lnSpc>
                <a:spcPct val="100000"/>
              </a:lnSpc>
              <a:spcBef>
                <a:spcPts val="400"/>
              </a:spcBef>
              <a:spcAft>
                <a:spcPts val="0"/>
              </a:spcAft>
              <a:buClrTx/>
              <a:buSzTx/>
              <a:buFontTx/>
              <a:buChar char="-"/>
              <a:tabLst/>
              <a:defRPr/>
            </a:pPr>
            <a:r>
              <a:rPr kumimoji="0" lang="en-US" sz="1400" b="0" i="0" u="none" strike="noStrike" kern="1200" cap="none" spc="0" normalizeH="0" baseline="0" noProof="0">
                <a:ln>
                  <a:noFill/>
                </a:ln>
                <a:solidFill>
                  <a:srgbClr val="FFFFFF"/>
                </a:solidFill>
                <a:effectLst/>
                <a:uLnTx/>
                <a:uFillTx/>
                <a:latin typeface="Helvetica"/>
                <a:ea typeface="+mn-ea"/>
                <a:cs typeface="+mn-cs"/>
              </a:rPr>
              <a:t>*.instructions.md files </a:t>
            </a:r>
          </a:p>
          <a:p>
            <a:pPr marL="171450" marR="0" lvl="0" indent="-171450" algn="l" defTabSz="685800" rtl="0" eaLnBrk="1" fontAlgn="auto" latinLnBrk="0" hangingPunct="1">
              <a:lnSpc>
                <a:spcPct val="100000"/>
              </a:lnSpc>
              <a:spcBef>
                <a:spcPts val="400"/>
              </a:spcBef>
              <a:spcAft>
                <a:spcPts val="0"/>
              </a:spcAft>
              <a:buClrTx/>
              <a:buSzTx/>
              <a:buFontTx/>
              <a:buChar char="-"/>
              <a:tabLst/>
              <a:defRPr/>
            </a:pPr>
            <a:r>
              <a:rPr kumimoji="0" lang="en-US" sz="1400" b="0" i="0" u="none" strike="noStrike" kern="1200" cap="none" spc="0" normalizeH="0" baseline="0" noProof="0" err="1">
                <a:ln>
                  <a:noFill/>
                </a:ln>
                <a:solidFill>
                  <a:srgbClr val="FFFFFF"/>
                </a:solidFill>
                <a:effectLst/>
                <a:uLnTx/>
                <a:uFillTx/>
                <a:latin typeface="Helvetica"/>
                <a:ea typeface="+mn-ea"/>
                <a:cs typeface="+mn-cs"/>
              </a:rPr>
              <a:t>applyTo</a:t>
            </a:r>
            <a:r>
              <a:rPr kumimoji="0" lang="en-US" sz="1400" b="0" i="0" u="none" strike="noStrike" kern="1200" cap="none" spc="0" normalizeH="0" baseline="0" noProof="0">
                <a:ln>
                  <a:noFill/>
                </a:ln>
                <a:solidFill>
                  <a:srgbClr val="FFFFFF"/>
                </a:solidFill>
                <a:effectLst/>
                <a:uLnTx/>
                <a:uFillTx/>
                <a:latin typeface="Helvetica"/>
                <a:ea typeface="+mn-ea"/>
                <a:cs typeface="+mn-cs"/>
              </a:rPr>
              <a:t> field that apply only to specific files or directories</a:t>
            </a:r>
            <a:br>
              <a:rPr kumimoji="0" lang="en-US" sz="1400" b="0" i="0" u="none" strike="noStrike" kern="1200" cap="none" spc="0" normalizeH="0" baseline="0" noProof="0">
                <a:ln>
                  <a:noFill/>
                </a:ln>
                <a:solidFill>
                  <a:srgbClr val="FFFFFF"/>
                </a:solidFill>
                <a:effectLst/>
                <a:uLnTx/>
                <a:uFillTx/>
                <a:latin typeface="Helvetica"/>
                <a:ea typeface="+mn-ea"/>
                <a:cs typeface="+mn-cs"/>
              </a:rPr>
            </a:br>
            <a:endParaRPr kumimoji="0" lang="en-DK" sz="1400" b="0" i="0" u="none" strike="noStrike" kern="1200" cap="none" spc="0" normalizeH="0" baseline="0" noProof="0" err="1">
              <a:ln>
                <a:noFill/>
              </a:ln>
              <a:solidFill>
                <a:srgbClr val="FFFFFF"/>
              </a:solidFill>
              <a:effectLst/>
              <a:uLnTx/>
              <a:uFillTx/>
              <a:latin typeface="Helvetica" panose="020B0604020202020204" pitchFamily="34" charset="0"/>
              <a:ea typeface="+mn-ea"/>
              <a:cs typeface="+mn-cs"/>
            </a:endParaRPr>
          </a:p>
        </p:txBody>
      </p:sp>
      <p:sp>
        <p:nvSpPr>
          <p:cNvPr id="8" name="TextBox 7">
            <a:extLst>
              <a:ext uri="{FF2B5EF4-FFF2-40B4-BE49-F238E27FC236}">
                <a16:creationId xmlns:a16="http://schemas.microsoft.com/office/drawing/2014/main" id="{4C0C9DA1-59C9-C24F-80EC-E556D79B5F68}"/>
              </a:ext>
            </a:extLst>
          </p:cNvPr>
          <p:cNvSpPr txBox="1"/>
          <p:nvPr/>
        </p:nvSpPr>
        <p:spPr>
          <a:xfrm>
            <a:off x="838898" y="887490"/>
            <a:ext cx="6002005" cy="609511"/>
          </a:xfrm>
          <a:prstGeom prst="rect">
            <a:avLst/>
          </a:prstGeom>
          <a:noFill/>
        </p:spPr>
        <p:txBody>
          <a:bodyPr wrap="square" lIns="0" tIns="0" rIns="0" bIns="0" rtlCol="0">
            <a:noAutofit/>
          </a:bodyPr>
          <a:lstStyle/>
          <a:p>
            <a:pPr marL="0" marR="0" lvl="0" indent="0" algn="l" defTabSz="685800" rtl="0" eaLnBrk="1" fontAlgn="auto" latinLnBrk="0" hangingPunct="1">
              <a:lnSpc>
                <a:spcPct val="100000"/>
              </a:lnSpc>
              <a:spcBef>
                <a:spcPts val="40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How GitHub Copilot should behave across all your interactions.</a:t>
            </a:r>
            <a:endParaRPr kumimoji="0" lang="en-US" sz="1600" b="1"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685800" rtl="0" eaLnBrk="1" fontAlgn="auto" latinLnBrk="0" hangingPunct="1">
              <a:lnSpc>
                <a:spcPct val="100000"/>
              </a:lnSpc>
              <a:spcBef>
                <a:spcPts val="400"/>
              </a:spcBef>
              <a:spcAft>
                <a:spcPts val="0"/>
              </a:spcAft>
              <a:buClrTx/>
              <a:buSzTx/>
              <a:buFontTx/>
              <a:buNone/>
              <a:tabLst/>
              <a:defRPr/>
            </a:pPr>
            <a:endParaRPr kumimoji="0" lang="en-DK" sz="1200" b="0" i="0" u="none" strike="noStrike" kern="1200" cap="none" spc="0" normalizeH="0" baseline="0" noProof="0" err="1">
              <a:ln>
                <a:noFill/>
              </a:ln>
              <a:solidFill>
                <a:srgbClr val="FFFFFF"/>
              </a:solidFill>
              <a:effectLst/>
              <a:uLnTx/>
              <a:uFillTx/>
              <a:latin typeface="Helvetica" panose="020B0604020202020204" pitchFamily="34" charset="0"/>
              <a:ea typeface="+mn-ea"/>
              <a:cs typeface="+mn-cs"/>
            </a:endParaRPr>
          </a:p>
        </p:txBody>
      </p:sp>
    </p:spTree>
    <p:extLst>
      <p:ext uri="{BB962C8B-B14F-4D97-AF65-F5344CB8AC3E}">
        <p14:creationId xmlns:p14="http://schemas.microsoft.com/office/powerpoint/2010/main" val="17642690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childTnLst>
                                </p:cTn>
                              </p:par>
                              <p:par>
                                <p:cTn id="8" presetID="42" presetClass="path" presetSubtype="0" accel="50000" decel="50000" fill="hold" grpId="1" nodeType="withEffect">
                                  <p:stCondLst>
                                    <p:cond delay="0"/>
                                  </p:stCondLst>
                                  <p:childTnLst>
                                    <p:animMotion origin="layout" path="M 4.16667E-7 0 L -0.08698 -0.00278 " pathEditMode="relative" rAng="0" ptsTypes="AA">
                                      <p:cBhvr>
                                        <p:cTn id="9" dur="750" spd="-100000" fill="hold"/>
                                        <p:tgtEl>
                                          <p:spTgt spid="3"/>
                                        </p:tgtEl>
                                        <p:attrNameLst>
                                          <p:attrName>ppt_x</p:attrName>
                                          <p:attrName>ppt_y</p:attrName>
                                        </p:attrNameLst>
                                      </p:cBhvr>
                                      <p:rCtr x="-4349" y="-139"/>
                                    </p:animMotion>
                                  </p:childTnLst>
                                </p:cTn>
                              </p:par>
                            </p:childTnLst>
                          </p:cTn>
                        </p:par>
                        <p:par>
                          <p:cTn id="10"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750"/>
                                        <p:tgtEl>
                                          <p:spTgt spid="2"/>
                                        </p:tgtEl>
                                      </p:cBhvr>
                                    </p:animEffect>
                                  </p:childTnLst>
                                </p:cTn>
                              </p:par>
                              <p:par>
                                <p:cTn id="14" presetID="42" presetClass="path" presetSubtype="0" accel="50000" decel="50000" fill="hold" grpId="1" nodeType="withEffect">
                                  <p:stCondLst>
                                    <p:cond delay="0"/>
                                  </p:stCondLst>
                                  <p:childTnLst>
                                    <p:animMotion origin="layout" path="M -2.70833E-6 0 L -0.08698 -0.00278 " pathEditMode="relative" rAng="0" ptsTypes="AA">
                                      <p:cBhvr>
                                        <p:cTn id="15" dur="750" spd="-100000" fill="hold"/>
                                        <p:tgtEl>
                                          <p:spTgt spid="2"/>
                                        </p:tgtEl>
                                        <p:attrNameLst>
                                          <p:attrName>ppt_x</p:attrName>
                                          <p:attrName>ppt_y</p:attrName>
                                        </p:attrNameLst>
                                      </p:cBhvr>
                                      <p:rCtr x="-4349" y="-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FF124-FF7D-F82E-98DF-1ED0D84B3B8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8378C40-7391-1B52-246B-805897F1BC20}"/>
              </a:ext>
              <a:ext uri="{C183D7F6-B498-43B3-948B-1728B52AA6E4}">
                <adec:decorative xmlns:adec="http://schemas.microsoft.com/office/drawing/2017/decorative" val="1"/>
              </a:ext>
            </a:extLst>
          </p:cNvPr>
          <p:cNvPicPr preferRelativeResize="0"/>
          <p:nvPr/>
        </p:nvPicPr>
        <p:blipFill rotWithShape="1">
          <a:blip r:embed="rId3">
            <a:alphaModFix amt="24000"/>
          </a:blip>
          <a:srcRect l="86987"/>
          <a:stretch/>
        </p:blipFill>
        <p:spPr>
          <a:xfrm>
            <a:off x="-1" y="1666786"/>
            <a:ext cx="522869" cy="4017913"/>
          </a:xfrm>
          <a:custGeom>
            <a:avLst/>
            <a:gdLst>
              <a:gd name="connsiteX0" fmla="*/ 0 w 734898"/>
              <a:gd name="connsiteY0" fmla="*/ 0 h 3632820"/>
              <a:gd name="connsiteX1" fmla="*/ 734898 w 734898"/>
              <a:gd name="connsiteY1" fmla="*/ 0 h 3632820"/>
              <a:gd name="connsiteX2" fmla="*/ 734898 w 734898"/>
              <a:gd name="connsiteY2" fmla="*/ 3632820 h 3632820"/>
              <a:gd name="connsiteX3" fmla="*/ 0 w 734898"/>
              <a:gd name="connsiteY3" fmla="*/ 3632820 h 3632820"/>
            </a:gdLst>
            <a:ahLst/>
            <a:cxnLst>
              <a:cxn ang="0">
                <a:pos x="connsiteX0" y="connsiteY0"/>
              </a:cxn>
              <a:cxn ang="0">
                <a:pos x="connsiteX1" y="connsiteY1"/>
              </a:cxn>
              <a:cxn ang="0">
                <a:pos x="connsiteX2" y="connsiteY2"/>
              </a:cxn>
              <a:cxn ang="0">
                <a:pos x="connsiteX3" y="connsiteY3"/>
              </a:cxn>
            </a:cxnLst>
            <a:rect l="l" t="t" r="r" b="b"/>
            <a:pathLst>
              <a:path w="734898" h="3632820">
                <a:moveTo>
                  <a:pt x="0" y="0"/>
                </a:moveTo>
                <a:lnTo>
                  <a:pt x="734898" y="0"/>
                </a:lnTo>
                <a:lnTo>
                  <a:pt x="734898" y="3632820"/>
                </a:lnTo>
                <a:lnTo>
                  <a:pt x="0" y="3632820"/>
                </a:lnTo>
                <a:close/>
              </a:path>
            </a:pathLst>
          </a:custGeom>
        </p:spPr>
      </p:pic>
      <p:sp>
        <p:nvSpPr>
          <p:cNvPr id="2" name="Freeform: Shape 1">
            <a:extLst>
              <a:ext uri="{FF2B5EF4-FFF2-40B4-BE49-F238E27FC236}">
                <a16:creationId xmlns:a16="http://schemas.microsoft.com/office/drawing/2014/main" id="{0B70D523-7C98-2075-8375-0CE289FA1D3C}"/>
              </a:ext>
              <a:ext uri="{C183D7F6-B498-43B3-948B-1728B52AA6E4}">
                <adec:decorative xmlns:adec="http://schemas.microsoft.com/office/drawing/2017/decorative" val="1"/>
              </a:ext>
            </a:extLst>
          </p:cNvPr>
          <p:cNvSpPr/>
          <p:nvPr/>
        </p:nvSpPr>
        <p:spPr>
          <a:xfrm flipH="1">
            <a:off x="1664716" y="1"/>
            <a:ext cx="10121811" cy="6857999"/>
          </a:xfrm>
          <a:custGeom>
            <a:avLst/>
            <a:gdLst>
              <a:gd name="connsiteX0" fmla="*/ 8498383 w 10121811"/>
              <a:gd name="connsiteY0" fmla="*/ 0 h 6857999"/>
              <a:gd name="connsiteX1" fmla="*/ 1623428 w 10121811"/>
              <a:gd name="connsiteY1" fmla="*/ 0 h 6857999"/>
              <a:gd name="connsiteX2" fmla="*/ 1482305 w 10121811"/>
              <a:gd name="connsiteY2" fmla="*/ 134341 h 6857999"/>
              <a:gd name="connsiteX3" fmla="*/ 0 w 10121811"/>
              <a:gd name="connsiteY3" fmla="*/ 3707418 h 6857999"/>
              <a:gd name="connsiteX4" fmla="*/ 1005423 w 10121811"/>
              <a:gd name="connsiteY4" fmla="*/ 6730765 h 6857999"/>
              <a:gd name="connsiteX5" fmla="*/ 1105564 w 10121811"/>
              <a:gd name="connsiteY5" fmla="*/ 6857999 h 6857999"/>
              <a:gd name="connsiteX6" fmla="*/ 9016247 w 10121811"/>
              <a:gd name="connsiteY6" fmla="*/ 6857999 h 6857999"/>
              <a:gd name="connsiteX7" fmla="*/ 9116388 w 10121811"/>
              <a:gd name="connsiteY7" fmla="*/ 6730765 h 6857999"/>
              <a:gd name="connsiteX8" fmla="*/ 10121811 w 10121811"/>
              <a:gd name="connsiteY8" fmla="*/ 3707418 h 6857999"/>
              <a:gd name="connsiteX9" fmla="*/ 8639506 w 10121811"/>
              <a:gd name="connsiteY9" fmla="*/ 134341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21811" h="6857999">
                <a:moveTo>
                  <a:pt x="8498383" y="0"/>
                </a:moveTo>
                <a:lnTo>
                  <a:pt x="1623428" y="0"/>
                </a:lnTo>
                <a:lnTo>
                  <a:pt x="1482305" y="134341"/>
                </a:lnTo>
                <a:cubicBezTo>
                  <a:pt x="566462" y="1048771"/>
                  <a:pt x="0" y="2312044"/>
                  <a:pt x="0" y="3707418"/>
                </a:cubicBezTo>
                <a:cubicBezTo>
                  <a:pt x="0" y="4841159"/>
                  <a:pt x="373953" y="5887694"/>
                  <a:pt x="1005423" y="6730765"/>
                </a:cubicBezTo>
                <a:lnTo>
                  <a:pt x="1105564" y="6857999"/>
                </a:lnTo>
                <a:lnTo>
                  <a:pt x="9016247" y="6857999"/>
                </a:lnTo>
                <a:lnTo>
                  <a:pt x="9116388" y="6730765"/>
                </a:lnTo>
                <a:cubicBezTo>
                  <a:pt x="9747857" y="5887694"/>
                  <a:pt x="10121811" y="4841159"/>
                  <a:pt x="10121811" y="3707418"/>
                </a:cubicBezTo>
                <a:cubicBezTo>
                  <a:pt x="10121811" y="2312044"/>
                  <a:pt x="9555349" y="1048771"/>
                  <a:pt x="8639506" y="134341"/>
                </a:cubicBez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sp>
        <p:nvSpPr>
          <p:cNvPr id="3" name="Freeform: Shape 2">
            <a:extLst>
              <a:ext uri="{FF2B5EF4-FFF2-40B4-BE49-F238E27FC236}">
                <a16:creationId xmlns:a16="http://schemas.microsoft.com/office/drawing/2014/main" id="{923677B6-EC64-98BE-76D1-2B0D2A87C32B}"/>
              </a:ext>
              <a:ext uri="{C183D7F6-B498-43B3-948B-1728B52AA6E4}">
                <adec:decorative xmlns:adec="http://schemas.microsoft.com/office/drawing/2017/decorative" val="1"/>
              </a:ext>
            </a:extLst>
          </p:cNvPr>
          <p:cNvSpPr/>
          <p:nvPr/>
        </p:nvSpPr>
        <p:spPr>
          <a:xfrm flipH="1">
            <a:off x="114113" y="1"/>
            <a:ext cx="7844414" cy="6857999"/>
          </a:xfrm>
          <a:custGeom>
            <a:avLst/>
            <a:gdLst>
              <a:gd name="connsiteX0" fmla="*/ 7844414 w 7844414"/>
              <a:gd name="connsiteY0" fmla="*/ 0 h 6857999"/>
              <a:gd name="connsiteX1" fmla="*/ 1623428 w 7844414"/>
              <a:gd name="connsiteY1" fmla="*/ 0 h 6857999"/>
              <a:gd name="connsiteX2" fmla="*/ 1482305 w 7844414"/>
              <a:gd name="connsiteY2" fmla="*/ 134341 h 6857999"/>
              <a:gd name="connsiteX3" fmla="*/ 0 w 7844414"/>
              <a:gd name="connsiteY3" fmla="*/ 3707418 h 6857999"/>
              <a:gd name="connsiteX4" fmla="*/ 1005423 w 7844414"/>
              <a:gd name="connsiteY4" fmla="*/ 6730765 h 6857999"/>
              <a:gd name="connsiteX5" fmla="*/ 1105564 w 7844414"/>
              <a:gd name="connsiteY5" fmla="*/ 6857999 h 6857999"/>
              <a:gd name="connsiteX6" fmla="*/ 7844414 w 7844414"/>
              <a:gd name="connsiteY6"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44414" h="6857999">
                <a:moveTo>
                  <a:pt x="7844414" y="0"/>
                </a:moveTo>
                <a:lnTo>
                  <a:pt x="1623428" y="0"/>
                </a:lnTo>
                <a:lnTo>
                  <a:pt x="1482305" y="134341"/>
                </a:lnTo>
                <a:cubicBezTo>
                  <a:pt x="566462" y="1048771"/>
                  <a:pt x="0" y="2312044"/>
                  <a:pt x="0" y="3707418"/>
                </a:cubicBezTo>
                <a:cubicBezTo>
                  <a:pt x="0" y="4841159"/>
                  <a:pt x="373953" y="5887694"/>
                  <a:pt x="1005423" y="6730765"/>
                </a:cubicBezTo>
                <a:lnTo>
                  <a:pt x="1105564" y="6857999"/>
                </a:lnTo>
                <a:lnTo>
                  <a:pt x="7844414" y="6857999"/>
                </a:ln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pic>
        <p:nvPicPr>
          <p:cNvPr id="18" name="Picture 17">
            <a:extLst>
              <a:ext uri="{FF2B5EF4-FFF2-40B4-BE49-F238E27FC236}">
                <a16:creationId xmlns:a16="http://schemas.microsoft.com/office/drawing/2014/main" id="{37DED12F-6544-E3EE-99F4-E8F93B859EC1}"/>
              </a:ext>
              <a:ext uri="{C183D7F6-B498-43B3-948B-1728B52AA6E4}">
                <adec:decorative xmlns:adec="http://schemas.microsoft.com/office/drawing/2017/decorative" val="1"/>
              </a:ext>
            </a:extLst>
          </p:cNvPr>
          <p:cNvPicPr>
            <a:picLocks noChangeAspect="1"/>
          </p:cNvPicPr>
          <p:nvPr/>
        </p:nvPicPr>
        <p:blipFill rotWithShape="1">
          <a:blip r:embed="rId4" cstate="print">
            <a:alphaModFix amt="30000"/>
            <a:extLst>
              <a:ext uri="{28A0092B-C50C-407E-A947-70E740481C1C}">
                <a14:useLocalDpi xmlns:a14="http://schemas.microsoft.com/office/drawing/2010/main" val="0"/>
              </a:ext>
            </a:extLst>
          </a:blip>
          <a:srcRect r="73459"/>
          <a:stretch/>
        </p:blipFill>
        <p:spPr>
          <a:xfrm rot="16200000" flipV="1">
            <a:off x="8853438" y="-2214451"/>
            <a:ext cx="1124110" cy="5553013"/>
          </a:xfrm>
          <a:prstGeom prst="rect">
            <a:avLst/>
          </a:prstGeom>
        </p:spPr>
      </p:pic>
      <p:sp>
        <p:nvSpPr>
          <p:cNvPr id="7" name="Freeform: Shape 6">
            <a:extLst>
              <a:ext uri="{FF2B5EF4-FFF2-40B4-BE49-F238E27FC236}">
                <a16:creationId xmlns:a16="http://schemas.microsoft.com/office/drawing/2014/main" id="{E28ED07C-B354-D2D1-AAD0-5EA4A8985C15}"/>
              </a:ext>
              <a:ext uri="{C183D7F6-B498-43B3-948B-1728B52AA6E4}">
                <adec:decorative xmlns:adec="http://schemas.microsoft.com/office/drawing/2017/decorative" val="1"/>
              </a:ext>
            </a:extLst>
          </p:cNvPr>
          <p:cNvSpPr/>
          <p:nvPr/>
        </p:nvSpPr>
        <p:spPr>
          <a:xfrm rot="5400000" flipH="1">
            <a:off x="10771386" y="5439289"/>
            <a:ext cx="1420613" cy="1416809"/>
          </a:xfrm>
          <a:custGeom>
            <a:avLst/>
            <a:gdLst>
              <a:gd name="connsiteX0" fmla="*/ 1418338 w 1420613"/>
              <a:gd name="connsiteY0" fmla="*/ 0 h 1416809"/>
              <a:gd name="connsiteX1" fmla="*/ 0 w 1420613"/>
              <a:gd name="connsiteY1" fmla="*/ 0 h 1416809"/>
              <a:gd name="connsiteX2" fmla="*/ 0 w 1420613"/>
              <a:gd name="connsiteY2" fmla="*/ 1415694 h 1416809"/>
              <a:gd name="connsiteX3" fmla="*/ 22146 w 1420613"/>
              <a:gd name="connsiteY3" fmla="*/ 1416809 h 1416809"/>
              <a:gd name="connsiteX4" fmla="*/ 1420613 w 1420613"/>
              <a:gd name="connsiteY4" fmla="*/ 22497 h 1416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613" h="1416809">
                <a:moveTo>
                  <a:pt x="1418338" y="0"/>
                </a:moveTo>
                <a:lnTo>
                  <a:pt x="0" y="0"/>
                </a:lnTo>
                <a:lnTo>
                  <a:pt x="0" y="1415694"/>
                </a:lnTo>
                <a:lnTo>
                  <a:pt x="22146" y="1416809"/>
                </a:lnTo>
                <a:cubicBezTo>
                  <a:pt x="794498" y="1416809"/>
                  <a:pt x="1420613" y="792556"/>
                  <a:pt x="1420613" y="22497"/>
                </a:cubicBezTo>
                <a:close/>
              </a:path>
            </a:pathLst>
          </a:custGeom>
          <a:gradFill>
            <a:gsLst>
              <a:gs pos="0">
                <a:srgbClr val="19C8EB"/>
              </a:gs>
              <a:gs pos="61000">
                <a:srgbClr val="565797"/>
              </a:gs>
              <a:gs pos="100000">
                <a:srgbClr val="58508F"/>
              </a:gs>
            </a:gsLst>
            <a:lin ang="2700008" scaled="1"/>
          </a:gradFill>
          <a:ln w="9071"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Helvetica"/>
              <a:ea typeface="+mn-ea"/>
              <a:cs typeface="+mn-cs"/>
            </a:endParaRPr>
          </a:p>
        </p:txBody>
      </p:sp>
      <p:sp>
        <p:nvSpPr>
          <p:cNvPr id="6" name="Text 23">
            <a:extLst>
              <a:ext uri="{FF2B5EF4-FFF2-40B4-BE49-F238E27FC236}">
                <a16:creationId xmlns:a16="http://schemas.microsoft.com/office/drawing/2014/main" id="{B9D9409D-1297-71DC-25BF-8FBDC8913EBD}"/>
              </a:ext>
            </a:extLst>
          </p:cNvPr>
          <p:cNvSpPr>
            <a:spLocks noGrp="1"/>
          </p:cNvSpPr>
          <p:nvPr>
            <p:ph type="title"/>
          </p:nvPr>
        </p:nvSpPr>
        <p:spPr>
          <a:xfrm>
            <a:off x="818563" y="460109"/>
            <a:ext cx="10507113" cy="498598"/>
          </a:xfr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r>
              <a:rPr lang="en-US"/>
              <a:t>Custom agents</a:t>
            </a:r>
          </a:p>
        </p:txBody>
      </p:sp>
      <p:sp>
        <p:nvSpPr>
          <p:cNvPr id="4" name="TextBox 3">
            <a:extLst>
              <a:ext uri="{FF2B5EF4-FFF2-40B4-BE49-F238E27FC236}">
                <a16:creationId xmlns:a16="http://schemas.microsoft.com/office/drawing/2014/main" id="{399D08CE-FD62-17F0-CEF9-43147684BE15}"/>
              </a:ext>
            </a:extLst>
          </p:cNvPr>
          <p:cNvSpPr txBox="1"/>
          <p:nvPr/>
        </p:nvSpPr>
        <p:spPr>
          <a:xfrm>
            <a:off x="818563" y="2842652"/>
            <a:ext cx="4492487" cy="3445565"/>
          </a:xfrm>
          <a:prstGeom prst="rect">
            <a:avLst/>
          </a:prstGeom>
          <a:noFill/>
        </p:spPr>
        <p:txBody>
          <a:bodyPr wrap="square" lIns="0" tIns="0" rIns="0" bIns="0" rtlCol="0">
            <a:noAutofit/>
          </a:bodyPr>
          <a:lstStyle/>
          <a:p>
            <a:pPr marL="0" marR="0" lvl="0" indent="0" algn="l" defTabSz="685800" rtl="0" eaLnBrk="1" fontAlgn="auto" latinLnBrk="0" hangingPunct="1">
              <a:lnSpc>
                <a:spcPct val="100000"/>
              </a:lnSpc>
              <a:spcBef>
                <a:spcPts val="40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Helvetica"/>
                <a:ea typeface="+mn-ea"/>
                <a:cs typeface="+mn-cs"/>
              </a:rPr>
              <a:t>.</a:t>
            </a:r>
            <a:r>
              <a:rPr kumimoji="0" lang="en-US" sz="1800" b="0" i="0" u="none" strike="noStrike" kern="1200" cap="none" spc="0" normalizeH="0" baseline="0" noProof="0" err="1">
                <a:ln>
                  <a:noFill/>
                </a:ln>
                <a:solidFill>
                  <a:srgbClr val="FFFFFF"/>
                </a:solidFill>
                <a:effectLst/>
                <a:uLnTx/>
                <a:uFillTx/>
                <a:latin typeface="Helvetica"/>
                <a:ea typeface="+mn-ea"/>
                <a:cs typeface="+mn-cs"/>
              </a:rPr>
              <a:t>github</a:t>
            </a:r>
            <a:r>
              <a:rPr kumimoji="0" lang="en-US" sz="1800" b="0" i="0" u="none" strike="noStrike" kern="1200" cap="none" spc="0" normalizeH="0" baseline="0" noProof="0">
                <a:ln>
                  <a:noFill/>
                </a:ln>
                <a:solidFill>
                  <a:srgbClr val="FFFFFF"/>
                </a:solidFill>
                <a:effectLst/>
                <a:uLnTx/>
                <a:uFillTx/>
                <a:latin typeface="Helvetica"/>
                <a:ea typeface="+mn-ea"/>
                <a:cs typeface="+mn-cs"/>
              </a:rPr>
              <a:t>/agents -&gt; example.agent.md </a:t>
            </a:r>
            <a:br>
              <a:rPr kumimoji="0" lang="en-US" sz="1800" b="0" i="0" u="none" strike="noStrike" kern="1200" cap="none" spc="0" normalizeH="0" baseline="0" noProof="0">
                <a:ln>
                  <a:noFill/>
                </a:ln>
                <a:solidFill>
                  <a:srgbClr val="FFFFFF"/>
                </a:solidFill>
                <a:effectLst/>
                <a:uLnTx/>
                <a:uFillTx/>
                <a:latin typeface="Helvetica"/>
                <a:ea typeface="+mn-ea"/>
                <a:cs typeface="+mn-cs"/>
              </a:rPr>
            </a:br>
            <a:br>
              <a:rPr kumimoji="0" lang="en-US" sz="1800" b="0" i="0" u="none" strike="noStrike" kern="1200" cap="none" spc="0" normalizeH="0" baseline="0" noProof="0">
                <a:ln>
                  <a:noFill/>
                </a:ln>
                <a:solidFill>
                  <a:srgbClr val="FFFFFF"/>
                </a:solidFill>
                <a:effectLst/>
                <a:uLnTx/>
                <a:uFillTx/>
                <a:latin typeface="Helvetica"/>
                <a:ea typeface="+mn-ea"/>
                <a:cs typeface="+mn-cs"/>
              </a:rPr>
            </a:br>
            <a:r>
              <a:rPr kumimoji="0" lang="en-US" sz="1800" b="0" i="0" u="none" strike="noStrike" kern="1200" cap="none" spc="0" normalizeH="0" baseline="0" noProof="0">
                <a:ln>
                  <a:noFill/>
                </a:ln>
                <a:solidFill>
                  <a:srgbClr val="FFFFFF"/>
                </a:solidFill>
                <a:effectLst/>
                <a:uLnTx/>
                <a:uFillTx/>
                <a:latin typeface="Helvetica"/>
                <a:ea typeface="+mn-ea"/>
                <a:cs typeface="+mn-cs"/>
              </a:rPr>
              <a:t>Contains: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Name</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Description</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Handoffs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Prompt</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a:ln>
                  <a:noFill/>
                </a:ln>
                <a:solidFill>
                  <a:srgbClr val="FFFFFF"/>
                </a:solidFill>
                <a:effectLst/>
                <a:uLnTx/>
                <a:uFillTx/>
                <a:latin typeface="Helvetica"/>
                <a:ea typeface="+mn-ea"/>
                <a:cs typeface="+mn-cs"/>
              </a:rPr>
              <a:t>Tools</a:t>
            </a:r>
            <a:endParaRPr kumimoji="0" lang="en-DK" sz="1600" b="0" i="0" u="none" strike="noStrike" kern="1200" cap="none" spc="0" normalizeH="0" baseline="0" noProof="0" err="1">
              <a:ln>
                <a:noFill/>
              </a:ln>
              <a:solidFill>
                <a:srgbClr val="FFFFFF"/>
              </a:solidFill>
              <a:effectLst/>
              <a:uLnTx/>
              <a:uFillTx/>
              <a:latin typeface="Helvetica" panose="020B0604020202020204" pitchFamily="34" charset="0"/>
              <a:ea typeface="+mn-ea"/>
              <a:cs typeface="+mn-cs"/>
            </a:endParaRPr>
          </a:p>
        </p:txBody>
      </p:sp>
      <p:sp>
        <p:nvSpPr>
          <p:cNvPr id="8" name="TextBox 7">
            <a:extLst>
              <a:ext uri="{FF2B5EF4-FFF2-40B4-BE49-F238E27FC236}">
                <a16:creationId xmlns:a16="http://schemas.microsoft.com/office/drawing/2014/main" id="{68E6BFDF-EF1F-A903-E091-136D3E2E7E0C}"/>
              </a:ext>
            </a:extLst>
          </p:cNvPr>
          <p:cNvSpPr txBox="1"/>
          <p:nvPr/>
        </p:nvSpPr>
        <p:spPr>
          <a:xfrm>
            <a:off x="818563" y="1795863"/>
            <a:ext cx="4947577" cy="609511"/>
          </a:xfrm>
          <a:prstGeom prst="rect">
            <a:avLst/>
          </a:prstGeom>
          <a:noFill/>
        </p:spPr>
        <p:txBody>
          <a:bodyPr wrap="square" lIns="0" tIns="0" rIns="0" bIns="0" rtlCol="0">
            <a:noAutofit/>
          </a:bodyPr>
          <a:lstStyle/>
          <a:p>
            <a:pPr marL="0" marR="0" lvl="0" indent="0" algn="l" defTabSz="685800" rtl="0" eaLnBrk="1" fontAlgn="auto" latinLnBrk="0" hangingPunct="1">
              <a:lnSpc>
                <a:spcPct val="100000"/>
              </a:lnSpc>
              <a:spcBef>
                <a:spcPts val="40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Helvetica"/>
                <a:ea typeface="+mn-ea"/>
                <a:cs typeface="+mn-cs"/>
              </a:rPr>
              <a:t>Tailored agents to your unique workflows, coding conventions, and use cases</a:t>
            </a:r>
            <a:endParaRPr kumimoji="0" lang="en-DK" sz="1200" b="0" i="0" u="none" strike="noStrike" kern="1200" cap="none" spc="0" normalizeH="0" baseline="0" noProof="0" err="1">
              <a:ln>
                <a:noFill/>
              </a:ln>
              <a:solidFill>
                <a:srgbClr val="FFFFFF"/>
              </a:solidFill>
              <a:effectLst/>
              <a:uLnTx/>
              <a:uFillTx/>
              <a:latin typeface="Helvetica" panose="020B0604020202020204" pitchFamily="34" charset="0"/>
              <a:ea typeface="+mn-ea"/>
              <a:cs typeface="+mn-cs"/>
            </a:endParaRPr>
          </a:p>
        </p:txBody>
      </p:sp>
      <p:pic>
        <p:nvPicPr>
          <p:cNvPr id="10" name="Picture 9">
            <a:extLst>
              <a:ext uri="{FF2B5EF4-FFF2-40B4-BE49-F238E27FC236}">
                <a16:creationId xmlns:a16="http://schemas.microsoft.com/office/drawing/2014/main" id="{09E36B1F-6F24-FBCE-2630-619291523DC0}"/>
              </a:ext>
            </a:extLst>
          </p:cNvPr>
          <p:cNvPicPr>
            <a:picLocks noChangeAspect="1"/>
          </p:cNvPicPr>
          <p:nvPr/>
        </p:nvPicPr>
        <p:blipFill>
          <a:blip r:embed="rId5"/>
          <a:stretch>
            <a:fillRect/>
          </a:stretch>
        </p:blipFill>
        <p:spPr>
          <a:xfrm>
            <a:off x="6343291" y="100012"/>
            <a:ext cx="5365710" cy="6657976"/>
          </a:xfrm>
          <a:prstGeom prst="rect">
            <a:avLst/>
          </a:prstGeom>
        </p:spPr>
      </p:pic>
    </p:spTree>
    <p:extLst>
      <p:ext uri="{BB962C8B-B14F-4D97-AF65-F5344CB8AC3E}">
        <p14:creationId xmlns:p14="http://schemas.microsoft.com/office/powerpoint/2010/main" val="362318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childTnLst>
                                </p:cTn>
                              </p:par>
                              <p:par>
                                <p:cTn id="8" presetID="42" presetClass="path" presetSubtype="0" accel="50000" decel="50000" fill="hold" grpId="1" nodeType="withEffect">
                                  <p:stCondLst>
                                    <p:cond delay="0"/>
                                  </p:stCondLst>
                                  <p:childTnLst>
                                    <p:animMotion origin="layout" path="M 4.16667E-7 0 L -0.08698 -0.00278 " pathEditMode="relative" rAng="0" ptsTypes="AA">
                                      <p:cBhvr>
                                        <p:cTn id="9" dur="750" spd="-100000" fill="hold"/>
                                        <p:tgtEl>
                                          <p:spTgt spid="3"/>
                                        </p:tgtEl>
                                        <p:attrNameLst>
                                          <p:attrName>ppt_x</p:attrName>
                                          <p:attrName>ppt_y</p:attrName>
                                        </p:attrNameLst>
                                      </p:cBhvr>
                                      <p:rCtr x="-4349" y="-139"/>
                                    </p:animMotion>
                                  </p:childTnLst>
                                </p:cTn>
                              </p:par>
                            </p:childTnLst>
                          </p:cTn>
                        </p:par>
                        <p:par>
                          <p:cTn id="10"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750"/>
                                        <p:tgtEl>
                                          <p:spTgt spid="2"/>
                                        </p:tgtEl>
                                      </p:cBhvr>
                                    </p:animEffect>
                                  </p:childTnLst>
                                </p:cTn>
                              </p:par>
                              <p:par>
                                <p:cTn id="14" presetID="42" presetClass="path" presetSubtype="0" accel="50000" decel="50000" fill="hold" grpId="1" nodeType="withEffect">
                                  <p:stCondLst>
                                    <p:cond delay="0"/>
                                  </p:stCondLst>
                                  <p:childTnLst>
                                    <p:animMotion origin="layout" path="M -2.70833E-6 0 L -0.08698 -0.00278 " pathEditMode="relative" rAng="0" ptsTypes="AA">
                                      <p:cBhvr>
                                        <p:cTn id="15" dur="750" spd="-100000" fill="hold"/>
                                        <p:tgtEl>
                                          <p:spTgt spid="2"/>
                                        </p:tgtEl>
                                        <p:attrNameLst>
                                          <p:attrName>ppt_x</p:attrName>
                                          <p:attrName>ppt_y</p:attrName>
                                        </p:attrNameLst>
                                      </p:cBhvr>
                                      <p:rCtr x="-4349" y="-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4D8EA-A484-9402-CA26-3AC0031F5CF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F5A0BD9-37CD-19E2-842F-0C782D32C461}"/>
              </a:ext>
              <a:ext uri="{C183D7F6-B498-43B3-948B-1728B52AA6E4}">
                <adec:decorative xmlns:adec="http://schemas.microsoft.com/office/drawing/2017/decorative" val="1"/>
              </a:ext>
            </a:extLst>
          </p:cNvPr>
          <p:cNvPicPr preferRelativeResize="0"/>
          <p:nvPr/>
        </p:nvPicPr>
        <p:blipFill rotWithShape="1">
          <a:blip r:embed="rId3">
            <a:alphaModFix amt="24000"/>
          </a:blip>
          <a:srcRect l="86987"/>
          <a:stretch/>
        </p:blipFill>
        <p:spPr>
          <a:xfrm>
            <a:off x="-1" y="1666786"/>
            <a:ext cx="522869" cy="4017913"/>
          </a:xfrm>
          <a:custGeom>
            <a:avLst/>
            <a:gdLst>
              <a:gd name="connsiteX0" fmla="*/ 0 w 734898"/>
              <a:gd name="connsiteY0" fmla="*/ 0 h 3632820"/>
              <a:gd name="connsiteX1" fmla="*/ 734898 w 734898"/>
              <a:gd name="connsiteY1" fmla="*/ 0 h 3632820"/>
              <a:gd name="connsiteX2" fmla="*/ 734898 w 734898"/>
              <a:gd name="connsiteY2" fmla="*/ 3632820 h 3632820"/>
              <a:gd name="connsiteX3" fmla="*/ 0 w 734898"/>
              <a:gd name="connsiteY3" fmla="*/ 3632820 h 3632820"/>
            </a:gdLst>
            <a:ahLst/>
            <a:cxnLst>
              <a:cxn ang="0">
                <a:pos x="connsiteX0" y="connsiteY0"/>
              </a:cxn>
              <a:cxn ang="0">
                <a:pos x="connsiteX1" y="connsiteY1"/>
              </a:cxn>
              <a:cxn ang="0">
                <a:pos x="connsiteX2" y="connsiteY2"/>
              </a:cxn>
              <a:cxn ang="0">
                <a:pos x="connsiteX3" y="connsiteY3"/>
              </a:cxn>
            </a:cxnLst>
            <a:rect l="l" t="t" r="r" b="b"/>
            <a:pathLst>
              <a:path w="734898" h="3632820">
                <a:moveTo>
                  <a:pt x="0" y="0"/>
                </a:moveTo>
                <a:lnTo>
                  <a:pt x="734898" y="0"/>
                </a:lnTo>
                <a:lnTo>
                  <a:pt x="734898" y="3632820"/>
                </a:lnTo>
                <a:lnTo>
                  <a:pt x="0" y="3632820"/>
                </a:lnTo>
                <a:close/>
              </a:path>
            </a:pathLst>
          </a:custGeom>
        </p:spPr>
      </p:pic>
      <p:sp>
        <p:nvSpPr>
          <p:cNvPr id="2" name="Freeform: Shape 1">
            <a:extLst>
              <a:ext uri="{FF2B5EF4-FFF2-40B4-BE49-F238E27FC236}">
                <a16:creationId xmlns:a16="http://schemas.microsoft.com/office/drawing/2014/main" id="{4543735B-19C9-93B6-CDCE-534F9F2695A8}"/>
              </a:ext>
              <a:ext uri="{C183D7F6-B498-43B3-948B-1728B52AA6E4}">
                <adec:decorative xmlns:adec="http://schemas.microsoft.com/office/drawing/2017/decorative" val="1"/>
              </a:ext>
            </a:extLst>
          </p:cNvPr>
          <p:cNvSpPr/>
          <p:nvPr/>
        </p:nvSpPr>
        <p:spPr>
          <a:xfrm flipH="1">
            <a:off x="1664716" y="1"/>
            <a:ext cx="10121811" cy="6857999"/>
          </a:xfrm>
          <a:custGeom>
            <a:avLst/>
            <a:gdLst>
              <a:gd name="connsiteX0" fmla="*/ 8498383 w 10121811"/>
              <a:gd name="connsiteY0" fmla="*/ 0 h 6857999"/>
              <a:gd name="connsiteX1" fmla="*/ 1623428 w 10121811"/>
              <a:gd name="connsiteY1" fmla="*/ 0 h 6857999"/>
              <a:gd name="connsiteX2" fmla="*/ 1482305 w 10121811"/>
              <a:gd name="connsiteY2" fmla="*/ 134341 h 6857999"/>
              <a:gd name="connsiteX3" fmla="*/ 0 w 10121811"/>
              <a:gd name="connsiteY3" fmla="*/ 3707418 h 6857999"/>
              <a:gd name="connsiteX4" fmla="*/ 1005423 w 10121811"/>
              <a:gd name="connsiteY4" fmla="*/ 6730765 h 6857999"/>
              <a:gd name="connsiteX5" fmla="*/ 1105564 w 10121811"/>
              <a:gd name="connsiteY5" fmla="*/ 6857999 h 6857999"/>
              <a:gd name="connsiteX6" fmla="*/ 9016247 w 10121811"/>
              <a:gd name="connsiteY6" fmla="*/ 6857999 h 6857999"/>
              <a:gd name="connsiteX7" fmla="*/ 9116388 w 10121811"/>
              <a:gd name="connsiteY7" fmla="*/ 6730765 h 6857999"/>
              <a:gd name="connsiteX8" fmla="*/ 10121811 w 10121811"/>
              <a:gd name="connsiteY8" fmla="*/ 3707418 h 6857999"/>
              <a:gd name="connsiteX9" fmla="*/ 8639506 w 10121811"/>
              <a:gd name="connsiteY9" fmla="*/ 134341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21811" h="6857999">
                <a:moveTo>
                  <a:pt x="8498383" y="0"/>
                </a:moveTo>
                <a:lnTo>
                  <a:pt x="1623428" y="0"/>
                </a:lnTo>
                <a:lnTo>
                  <a:pt x="1482305" y="134341"/>
                </a:lnTo>
                <a:cubicBezTo>
                  <a:pt x="566462" y="1048771"/>
                  <a:pt x="0" y="2312044"/>
                  <a:pt x="0" y="3707418"/>
                </a:cubicBezTo>
                <a:cubicBezTo>
                  <a:pt x="0" y="4841159"/>
                  <a:pt x="373953" y="5887694"/>
                  <a:pt x="1005423" y="6730765"/>
                </a:cubicBezTo>
                <a:lnTo>
                  <a:pt x="1105564" y="6857999"/>
                </a:lnTo>
                <a:lnTo>
                  <a:pt x="9016247" y="6857999"/>
                </a:lnTo>
                <a:lnTo>
                  <a:pt x="9116388" y="6730765"/>
                </a:lnTo>
                <a:cubicBezTo>
                  <a:pt x="9747857" y="5887694"/>
                  <a:pt x="10121811" y="4841159"/>
                  <a:pt x="10121811" y="3707418"/>
                </a:cubicBezTo>
                <a:cubicBezTo>
                  <a:pt x="10121811" y="2312044"/>
                  <a:pt x="9555349" y="1048771"/>
                  <a:pt x="8639506" y="134341"/>
                </a:cubicBez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sp>
        <p:nvSpPr>
          <p:cNvPr id="3" name="Freeform: Shape 2">
            <a:extLst>
              <a:ext uri="{FF2B5EF4-FFF2-40B4-BE49-F238E27FC236}">
                <a16:creationId xmlns:a16="http://schemas.microsoft.com/office/drawing/2014/main" id="{69E45E21-A333-8D22-B443-739F6AF99F17}"/>
              </a:ext>
              <a:ext uri="{C183D7F6-B498-43B3-948B-1728B52AA6E4}">
                <adec:decorative xmlns:adec="http://schemas.microsoft.com/office/drawing/2017/decorative" val="1"/>
              </a:ext>
            </a:extLst>
          </p:cNvPr>
          <p:cNvSpPr/>
          <p:nvPr/>
        </p:nvSpPr>
        <p:spPr>
          <a:xfrm flipH="1">
            <a:off x="114113" y="1"/>
            <a:ext cx="7844414" cy="6857999"/>
          </a:xfrm>
          <a:custGeom>
            <a:avLst/>
            <a:gdLst>
              <a:gd name="connsiteX0" fmla="*/ 7844414 w 7844414"/>
              <a:gd name="connsiteY0" fmla="*/ 0 h 6857999"/>
              <a:gd name="connsiteX1" fmla="*/ 1623428 w 7844414"/>
              <a:gd name="connsiteY1" fmla="*/ 0 h 6857999"/>
              <a:gd name="connsiteX2" fmla="*/ 1482305 w 7844414"/>
              <a:gd name="connsiteY2" fmla="*/ 134341 h 6857999"/>
              <a:gd name="connsiteX3" fmla="*/ 0 w 7844414"/>
              <a:gd name="connsiteY3" fmla="*/ 3707418 h 6857999"/>
              <a:gd name="connsiteX4" fmla="*/ 1005423 w 7844414"/>
              <a:gd name="connsiteY4" fmla="*/ 6730765 h 6857999"/>
              <a:gd name="connsiteX5" fmla="*/ 1105564 w 7844414"/>
              <a:gd name="connsiteY5" fmla="*/ 6857999 h 6857999"/>
              <a:gd name="connsiteX6" fmla="*/ 7844414 w 7844414"/>
              <a:gd name="connsiteY6"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44414" h="6857999">
                <a:moveTo>
                  <a:pt x="7844414" y="0"/>
                </a:moveTo>
                <a:lnTo>
                  <a:pt x="1623428" y="0"/>
                </a:lnTo>
                <a:lnTo>
                  <a:pt x="1482305" y="134341"/>
                </a:lnTo>
                <a:cubicBezTo>
                  <a:pt x="566462" y="1048771"/>
                  <a:pt x="0" y="2312044"/>
                  <a:pt x="0" y="3707418"/>
                </a:cubicBezTo>
                <a:cubicBezTo>
                  <a:pt x="0" y="4841159"/>
                  <a:pt x="373953" y="5887694"/>
                  <a:pt x="1005423" y="6730765"/>
                </a:cubicBezTo>
                <a:lnTo>
                  <a:pt x="1105564" y="6857999"/>
                </a:lnTo>
                <a:lnTo>
                  <a:pt x="7844414" y="6857999"/>
                </a:ln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pic>
        <p:nvPicPr>
          <p:cNvPr id="18" name="Picture 17">
            <a:extLst>
              <a:ext uri="{FF2B5EF4-FFF2-40B4-BE49-F238E27FC236}">
                <a16:creationId xmlns:a16="http://schemas.microsoft.com/office/drawing/2014/main" id="{101A93C8-AB5D-EACB-6E73-3553877FC924}"/>
              </a:ext>
              <a:ext uri="{C183D7F6-B498-43B3-948B-1728B52AA6E4}">
                <adec:decorative xmlns:adec="http://schemas.microsoft.com/office/drawing/2017/decorative" val="1"/>
              </a:ext>
            </a:extLst>
          </p:cNvPr>
          <p:cNvPicPr>
            <a:picLocks noChangeAspect="1"/>
          </p:cNvPicPr>
          <p:nvPr/>
        </p:nvPicPr>
        <p:blipFill rotWithShape="1">
          <a:blip r:embed="rId4" cstate="print">
            <a:alphaModFix amt="30000"/>
            <a:extLst>
              <a:ext uri="{28A0092B-C50C-407E-A947-70E740481C1C}">
                <a14:useLocalDpi xmlns:a14="http://schemas.microsoft.com/office/drawing/2010/main" val="0"/>
              </a:ext>
            </a:extLst>
          </a:blip>
          <a:srcRect r="73459"/>
          <a:stretch/>
        </p:blipFill>
        <p:spPr>
          <a:xfrm rot="16200000" flipV="1">
            <a:off x="8853438" y="-2214451"/>
            <a:ext cx="1124110" cy="5553013"/>
          </a:xfrm>
          <a:prstGeom prst="rect">
            <a:avLst/>
          </a:prstGeom>
        </p:spPr>
      </p:pic>
      <p:sp>
        <p:nvSpPr>
          <p:cNvPr id="7" name="Freeform: Shape 6">
            <a:extLst>
              <a:ext uri="{FF2B5EF4-FFF2-40B4-BE49-F238E27FC236}">
                <a16:creationId xmlns:a16="http://schemas.microsoft.com/office/drawing/2014/main" id="{0DCDC501-6C32-7996-2357-DB995C86972F}"/>
              </a:ext>
              <a:ext uri="{C183D7F6-B498-43B3-948B-1728B52AA6E4}">
                <adec:decorative xmlns:adec="http://schemas.microsoft.com/office/drawing/2017/decorative" val="1"/>
              </a:ext>
            </a:extLst>
          </p:cNvPr>
          <p:cNvSpPr/>
          <p:nvPr/>
        </p:nvSpPr>
        <p:spPr>
          <a:xfrm rot="5400000" flipH="1">
            <a:off x="10771386" y="5439289"/>
            <a:ext cx="1420613" cy="1416809"/>
          </a:xfrm>
          <a:custGeom>
            <a:avLst/>
            <a:gdLst>
              <a:gd name="connsiteX0" fmla="*/ 1418338 w 1420613"/>
              <a:gd name="connsiteY0" fmla="*/ 0 h 1416809"/>
              <a:gd name="connsiteX1" fmla="*/ 0 w 1420613"/>
              <a:gd name="connsiteY1" fmla="*/ 0 h 1416809"/>
              <a:gd name="connsiteX2" fmla="*/ 0 w 1420613"/>
              <a:gd name="connsiteY2" fmla="*/ 1415694 h 1416809"/>
              <a:gd name="connsiteX3" fmla="*/ 22146 w 1420613"/>
              <a:gd name="connsiteY3" fmla="*/ 1416809 h 1416809"/>
              <a:gd name="connsiteX4" fmla="*/ 1420613 w 1420613"/>
              <a:gd name="connsiteY4" fmla="*/ 22497 h 1416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613" h="1416809">
                <a:moveTo>
                  <a:pt x="1418338" y="0"/>
                </a:moveTo>
                <a:lnTo>
                  <a:pt x="0" y="0"/>
                </a:lnTo>
                <a:lnTo>
                  <a:pt x="0" y="1415694"/>
                </a:lnTo>
                <a:lnTo>
                  <a:pt x="22146" y="1416809"/>
                </a:lnTo>
                <a:cubicBezTo>
                  <a:pt x="794498" y="1416809"/>
                  <a:pt x="1420613" y="792556"/>
                  <a:pt x="1420613" y="22497"/>
                </a:cubicBezTo>
                <a:close/>
              </a:path>
            </a:pathLst>
          </a:custGeom>
          <a:gradFill>
            <a:gsLst>
              <a:gs pos="0">
                <a:srgbClr val="19C8EB"/>
              </a:gs>
              <a:gs pos="61000">
                <a:srgbClr val="565797"/>
              </a:gs>
              <a:gs pos="100000">
                <a:srgbClr val="58508F"/>
              </a:gs>
            </a:gsLst>
            <a:lin ang="2700008" scaled="1"/>
          </a:gradFill>
          <a:ln w="9071"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Helvetica"/>
              <a:ea typeface="+mn-ea"/>
              <a:cs typeface="+mn-cs"/>
            </a:endParaRPr>
          </a:p>
        </p:txBody>
      </p:sp>
      <p:sp>
        <p:nvSpPr>
          <p:cNvPr id="6" name="Text 23">
            <a:extLst>
              <a:ext uri="{FF2B5EF4-FFF2-40B4-BE49-F238E27FC236}">
                <a16:creationId xmlns:a16="http://schemas.microsoft.com/office/drawing/2014/main" id="{4FAD681A-8EDA-EC98-5D98-7BF4DF18CA76}"/>
              </a:ext>
            </a:extLst>
          </p:cNvPr>
          <p:cNvSpPr>
            <a:spLocks noGrp="1"/>
          </p:cNvSpPr>
          <p:nvPr>
            <p:ph type="title"/>
          </p:nvPr>
        </p:nvSpPr>
        <p:spPr>
          <a:xfrm>
            <a:off x="576788" y="625514"/>
            <a:ext cx="10507113" cy="498598"/>
          </a:xfr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r>
              <a:rPr lang="en-US"/>
              <a:t>Agents Skills</a:t>
            </a:r>
          </a:p>
        </p:txBody>
      </p:sp>
      <p:sp>
        <p:nvSpPr>
          <p:cNvPr id="4" name="TextBox 3">
            <a:extLst>
              <a:ext uri="{FF2B5EF4-FFF2-40B4-BE49-F238E27FC236}">
                <a16:creationId xmlns:a16="http://schemas.microsoft.com/office/drawing/2014/main" id="{759AAD88-064C-FECA-770E-4EC0D2F2B34D}"/>
              </a:ext>
            </a:extLst>
          </p:cNvPr>
          <p:cNvSpPr txBox="1"/>
          <p:nvPr/>
        </p:nvSpPr>
        <p:spPr>
          <a:xfrm>
            <a:off x="715809" y="1496805"/>
            <a:ext cx="4492487" cy="3445565"/>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Helvetica"/>
                <a:ea typeface="+mn-ea"/>
                <a:cs typeface="+mn-cs"/>
              </a:rPr>
              <a:t>Agent Skills are folders of instructions, scripts, and resources that GitHub Copilot can load when relevant to perform specialized tasks. Agent Skills is an open standard that works across multiple AI agents, including GitHub Copilot in VS Code, GitHub Copilot CLI, and GitHub Copilot coding agent.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Helvetica"/>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FFFFFF"/>
                </a:solidFill>
                <a:effectLst/>
                <a:uLnTx/>
                <a:uFillTx/>
                <a:latin typeface="Helvetica"/>
                <a:ea typeface="+mn-ea"/>
                <a:cs typeface="+mn-cs"/>
              </a:rPr>
              <a:t>Unlike custom instructions that primarily define coding guidelines</a:t>
            </a:r>
            <a:r>
              <a:rPr kumimoji="0" lang="en-US" sz="1800" b="1" i="0" u="none" strike="noStrike" kern="1200" cap="none" spc="0" normalizeH="0" baseline="0" noProof="0">
                <a:ln>
                  <a:noFill/>
                </a:ln>
                <a:solidFill>
                  <a:srgbClr val="FFFFFF"/>
                </a:solidFill>
                <a:effectLst/>
                <a:uLnTx/>
                <a:uFillTx/>
                <a:latin typeface="Helvetica"/>
                <a:ea typeface="+mn-ea"/>
                <a:cs typeface="+mn-cs"/>
              </a:rPr>
              <a:t>, skills enable specialized capabilities and workflows that can include scripts, examples, and other resources. Skills you create are portable and work across any skills-compatible agent.</a:t>
            </a:r>
            <a:endParaRPr kumimoji="0" lang="en-DK" sz="1200" b="1" i="0" u="none" strike="noStrike" kern="1200" cap="none" spc="0" normalizeH="0" baseline="0" noProof="0">
              <a:ln>
                <a:noFill/>
              </a:ln>
              <a:solidFill>
                <a:srgbClr val="FFFFFF"/>
              </a:solidFill>
              <a:effectLst/>
              <a:uLnTx/>
              <a:uFillTx/>
              <a:latin typeface="Helvetica" panose="020B0604020202020204" pitchFamily="34" charset="0"/>
              <a:ea typeface="+mn-ea"/>
              <a:cs typeface="+mn-cs"/>
            </a:endParaRPr>
          </a:p>
        </p:txBody>
      </p:sp>
      <p:pic>
        <p:nvPicPr>
          <p:cNvPr id="10" name="Picture 9" descr="The image depicts a step-by-step guide on how to debug failing GitHub Actions workflows.&#10;&#10;AI-generated content may be incorrect.">
            <a:extLst>
              <a:ext uri="{FF2B5EF4-FFF2-40B4-BE49-F238E27FC236}">
                <a16:creationId xmlns:a16="http://schemas.microsoft.com/office/drawing/2014/main" id="{402F5C36-3BED-064B-40EA-BCA1CC781D17}"/>
              </a:ext>
            </a:extLst>
          </p:cNvPr>
          <p:cNvPicPr>
            <a:picLocks noChangeAspect="1"/>
          </p:cNvPicPr>
          <p:nvPr/>
        </p:nvPicPr>
        <p:blipFill>
          <a:blip r:embed="rId5"/>
          <a:stretch>
            <a:fillRect/>
          </a:stretch>
        </p:blipFill>
        <p:spPr>
          <a:xfrm>
            <a:off x="5186230" y="1666786"/>
            <a:ext cx="6747986" cy="3846436"/>
          </a:xfrm>
          <a:prstGeom prst="rect">
            <a:avLst/>
          </a:prstGeom>
        </p:spPr>
      </p:pic>
    </p:spTree>
    <p:extLst>
      <p:ext uri="{BB962C8B-B14F-4D97-AF65-F5344CB8AC3E}">
        <p14:creationId xmlns:p14="http://schemas.microsoft.com/office/powerpoint/2010/main" val="1132657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childTnLst>
                                </p:cTn>
                              </p:par>
                              <p:par>
                                <p:cTn id="8" presetID="42" presetClass="path" presetSubtype="0" accel="50000" decel="50000" fill="hold" grpId="1" nodeType="withEffect">
                                  <p:stCondLst>
                                    <p:cond delay="0"/>
                                  </p:stCondLst>
                                  <p:childTnLst>
                                    <p:animMotion origin="layout" path="M 4.16667E-7 0 L -0.08698 -0.00278 " pathEditMode="relative" rAng="0" ptsTypes="AA">
                                      <p:cBhvr>
                                        <p:cTn id="9" dur="750" spd="-100000" fill="hold"/>
                                        <p:tgtEl>
                                          <p:spTgt spid="3"/>
                                        </p:tgtEl>
                                        <p:attrNameLst>
                                          <p:attrName>ppt_x</p:attrName>
                                          <p:attrName>ppt_y</p:attrName>
                                        </p:attrNameLst>
                                      </p:cBhvr>
                                      <p:rCtr x="-4349" y="-139"/>
                                    </p:animMotion>
                                  </p:childTnLst>
                                </p:cTn>
                              </p:par>
                            </p:childTnLst>
                          </p:cTn>
                        </p:par>
                        <p:par>
                          <p:cTn id="10"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750"/>
                                        <p:tgtEl>
                                          <p:spTgt spid="2"/>
                                        </p:tgtEl>
                                      </p:cBhvr>
                                    </p:animEffect>
                                  </p:childTnLst>
                                </p:cTn>
                              </p:par>
                              <p:par>
                                <p:cTn id="14" presetID="42" presetClass="path" presetSubtype="0" accel="50000" decel="50000" fill="hold" grpId="1" nodeType="withEffect">
                                  <p:stCondLst>
                                    <p:cond delay="0"/>
                                  </p:stCondLst>
                                  <p:childTnLst>
                                    <p:animMotion origin="layout" path="M -2.70833E-6 0 L -0.08698 -0.00278 " pathEditMode="relative" rAng="0" ptsTypes="AA">
                                      <p:cBhvr>
                                        <p:cTn id="15" dur="750" spd="-100000" fill="hold"/>
                                        <p:tgtEl>
                                          <p:spTgt spid="2"/>
                                        </p:tgtEl>
                                        <p:attrNameLst>
                                          <p:attrName>ppt_x</p:attrName>
                                          <p:attrName>ppt_y</p:attrName>
                                        </p:attrNameLst>
                                      </p:cBhvr>
                                      <p:rCtr x="-4349" y="-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870C0-860F-FDA5-9582-8AFA422E4F8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464CA5E-C826-8324-79BD-BB542310A32B}"/>
              </a:ext>
              <a:ext uri="{C183D7F6-B498-43B3-948B-1728B52AA6E4}">
                <adec:decorative xmlns:adec="http://schemas.microsoft.com/office/drawing/2017/decorative" val="1"/>
              </a:ext>
            </a:extLst>
          </p:cNvPr>
          <p:cNvPicPr preferRelativeResize="0"/>
          <p:nvPr/>
        </p:nvPicPr>
        <p:blipFill rotWithShape="1">
          <a:blip r:embed="rId3">
            <a:alphaModFix amt="24000"/>
          </a:blip>
          <a:srcRect l="86987"/>
          <a:stretch/>
        </p:blipFill>
        <p:spPr>
          <a:xfrm>
            <a:off x="-1" y="1666786"/>
            <a:ext cx="522869" cy="4017913"/>
          </a:xfrm>
          <a:custGeom>
            <a:avLst/>
            <a:gdLst>
              <a:gd name="connsiteX0" fmla="*/ 0 w 734898"/>
              <a:gd name="connsiteY0" fmla="*/ 0 h 3632820"/>
              <a:gd name="connsiteX1" fmla="*/ 734898 w 734898"/>
              <a:gd name="connsiteY1" fmla="*/ 0 h 3632820"/>
              <a:gd name="connsiteX2" fmla="*/ 734898 w 734898"/>
              <a:gd name="connsiteY2" fmla="*/ 3632820 h 3632820"/>
              <a:gd name="connsiteX3" fmla="*/ 0 w 734898"/>
              <a:gd name="connsiteY3" fmla="*/ 3632820 h 3632820"/>
            </a:gdLst>
            <a:ahLst/>
            <a:cxnLst>
              <a:cxn ang="0">
                <a:pos x="connsiteX0" y="connsiteY0"/>
              </a:cxn>
              <a:cxn ang="0">
                <a:pos x="connsiteX1" y="connsiteY1"/>
              </a:cxn>
              <a:cxn ang="0">
                <a:pos x="connsiteX2" y="connsiteY2"/>
              </a:cxn>
              <a:cxn ang="0">
                <a:pos x="connsiteX3" y="connsiteY3"/>
              </a:cxn>
            </a:cxnLst>
            <a:rect l="l" t="t" r="r" b="b"/>
            <a:pathLst>
              <a:path w="734898" h="3632820">
                <a:moveTo>
                  <a:pt x="0" y="0"/>
                </a:moveTo>
                <a:lnTo>
                  <a:pt x="734898" y="0"/>
                </a:lnTo>
                <a:lnTo>
                  <a:pt x="734898" y="3632820"/>
                </a:lnTo>
                <a:lnTo>
                  <a:pt x="0" y="3632820"/>
                </a:lnTo>
                <a:close/>
              </a:path>
            </a:pathLst>
          </a:custGeom>
        </p:spPr>
      </p:pic>
      <p:sp>
        <p:nvSpPr>
          <p:cNvPr id="2" name="Freeform: Shape 1">
            <a:extLst>
              <a:ext uri="{FF2B5EF4-FFF2-40B4-BE49-F238E27FC236}">
                <a16:creationId xmlns:a16="http://schemas.microsoft.com/office/drawing/2014/main" id="{0110CAE7-6569-CD11-2FED-30564089E61A}"/>
              </a:ext>
              <a:ext uri="{C183D7F6-B498-43B3-948B-1728B52AA6E4}">
                <adec:decorative xmlns:adec="http://schemas.microsoft.com/office/drawing/2017/decorative" val="1"/>
              </a:ext>
            </a:extLst>
          </p:cNvPr>
          <p:cNvSpPr/>
          <p:nvPr/>
        </p:nvSpPr>
        <p:spPr>
          <a:xfrm flipH="1">
            <a:off x="1664716" y="1"/>
            <a:ext cx="10121811" cy="6857999"/>
          </a:xfrm>
          <a:custGeom>
            <a:avLst/>
            <a:gdLst>
              <a:gd name="connsiteX0" fmla="*/ 8498383 w 10121811"/>
              <a:gd name="connsiteY0" fmla="*/ 0 h 6857999"/>
              <a:gd name="connsiteX1" fmla="*/ 1623428 w 10121811"/>
              <a:gd name="connsiteY1" fmla="*/ 0 h 6857999"/>
              <a:gd name="connsiteX2" fmla="*/ 1482305 w 10121811"/>
              <a:gd name="connsiteY2" fmla="*/ 134341 h 6857999"/>
              <a:gd name="connsiteX3" fmla="*/ 0 w 10121811"/>
              <a:gd name="connsiteY3" fmla="*/ 3707418 h 6857999"/>
              <a:gd name="connsiteX4" fmla="*/ 1005423 w 10121811"/>
              <a:gd name="connsiteY4" fmla="*/ 6730765 h 6857999"/>
              <a:gd name="connsiteX5" fmla="*/ 1105564 w 10121811"/>
              <a:gd name="connsiteY5" fmla="*/ 6857999 h 6857999"/>
              <a:gd name="connsiteX6" fmla="*/ 9016247 w 10121811"/>
              <a:gd name="connsiteY6" fmla="*/ 6857999 h 6857999"/>
              <a:gd name="connsiteX7" fmla="*/ 9116388 w 10121811"/>
              <a:gd name="connsiteY7" fmla="*/ 6730765 h 6857999"/>
              <a:gd name="connsiteX8" fmla="*/ 10121811 w 10121811"/>
              <a:gd name="connsiteY8" fmla="*/ 3707418 h 6857999"/>
              <a:gd name="connsiteX9" fmla="*/ 8639506 w 10121811"/>
              <a:gd name="connsiteY9" fmla="*/ 134341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121811" h="6857999">
                <a:moveTo>
                  <a:pt x="8498383" y="0"/>
                </a:moveTo>
                <a:lnTo>
                  <a:pt x="1623428" y="0"/>
                </a:lnTo>
                <a:lnTo>
                  <a:pt x="1482305" y="134341"/>
                </a:lnTo>
                <a:cubicBezTo>
                  <a:pt x="566462" y="1048771"/>
                  <a:pt x="0" y="2312044"/>
                  <a:pt x="0" y="3707418"/>
                </a:cubicBezTo>
                <a:cubicBezTo>
                  <a:pt x="0" y="4841159"/>
                  <a:pt x="373953" y="5887694"/>
                  <a:pt x="1005423" y="6730765"/>
                </a:cubicBezTo>
                <a:lnTo>
                  <a:pt x="1105564" y="6857999"/>
                </a:lnTo>
                <a:lnTo>
                  <a:pt x="9016247" y="6857999"/>
                </a:lnTo>
                <a:lnTo>
                  <a:pt x="9116388" y="6730765"/>
                </a:lnTo>
                <a:cubicBezTo>
                  <a:pt x="9747857" y="5887694"/>
                  <a:pt x="10121811" y="4841159"/>
                  <a:pt x="10121811" y="3707418"/>
                </a:cubicBezTo>
                <a:cubicBezTo>
                  <a:pt x="10121811" y="2312044"/>
                  <a:pt x="9555349" y="1048771"/>
                  <a:pt x="8639506" y="134341"/>
                </a:cubicBez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sp>
        <p:nvSpPr>
          <p:cNvPr id="3" name="Freeform: Shape 2">
            <a:extLst>
              <a:ext uri="{FF2B5EF4-FFF2-40B4-BE49-F238E27FC236}">
                <a16:creationId xmlns:a16="http://schemas.microsoft.com/office/drawing/2014/main" id="{9BEC03D0-3412-3C43-0F94-9F37BFBCEA36}"/>
              </a:ext>
              <a:ext uri="{C183D7F6-B498-43B3-948B-1728B52AA6E4}">
                <adec:decorative xmlns:adec="http://schemas.microsoft.com/office/drawing/2017/decorative" val="1"/>
              </a:ext>
            </a:extLst>
          </p:cNvPr>
          <p:cNvSpPr/>
          <p:nvPr/>
        </p:nvSpPr>
        <p:spPr>
          <a:xfrm flipH="1">
            <a:off x="114113" y="1"/>
            <a:ext cx="7844414" cy="6857999"/>
          </a:xfrm>
          <a:custGeom>
            <a:avLst/>
            <a:gdLst>
              <a:gd name="connsiteX0" fmla="*/ 7844414 w 7844414"/>
              <a:gd name="connsiteY0" fmla="*/ 0 h 6857999"/>
              <a:gd name="connsiteX1" fmla="*/ 1623428 w 7844414"/>
              <a:gd name="connsiteY1" fmla="*/ 0 h 6857999"/>
              <a:gd name="connsiteX2" fmla="*/ 1482305 w 7844414"/>
              <a:gd name="connsiteY2" fmla="*/ 134341 h 6857999"/>
              <a:gd name="connsiteX3" fmla="*/ 0 w 7844414"/>
              <a:gd name="connsiteY3" fmla="*/ 3707418 h 6857999"/>
              <a:gd name="connsiteX4" fmla="*/ 1005423 w 7844414"/>
              <a:gd name="connsiteY4" fmla="*/ 6730765 h 6857999"/>
              <a:gd name="connsiteX5" fmla="*/ 1105564 w 7844414"/>
              <a:gd name="connsiteY5" fmla="*/ 6857999 h 6857999"/>
              <a:gd name="connsiteX6" fmla="*/ 7844414 w 7844414"/>
              <a:gd name="connsiteY6"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844414" h="6857999">
                <a:moveTo>
                  <a:pt x="7844414" y="0"/>
                </a:moveTo>
                <a:lnTo>
                  <a:pt x="1623428" y="0"/>
                </a:lnTo>
                <a:lnTo>
                  <a:pt x="1482305" y="134341"/>
                </a:lnTo>
                <a:cubicBezTo>
                  <a:pt x="566462" y="1048771"/>
                  <a:pt x="0" y="2312044"/>
                  <a:pt x="0" y="3707418"/>
                </a:cubicBezTo>
                <a:cubicBezTo>
                  <a:pt x="0" y="4841159"/>
                  <a:pt x="373953" y="5887694"/>
                  <a:pt x="1005423" y="6730765"/>
                </a:cubicBezTo>
                <a:lnTo>
                  <a:pt x="1105564" y="6857999"/>
                </a:lnTo>
                <a:lnTo>
                  <a:pt x="7844414" y="6857999"/>
                </a:lnTo>
                <a:close/>
              </a:path>
            </a:pathLst>
          </a:custGeom>
          <a:gradFill flip="none" rotWithShape="1">
            <a:gsLst>
              <a:gs pos="0">
                <a:schemeClr val="accent3">
                  <a:alpha val="10000"/>
                </a:schemeClr>
              </a:gs>
              <a:gs pos="80000">
                <a:srgbClr val="D59DFF">
                  <a:alpha val="0"/>
                </a:srgbClr>
              </a:gs>
              <a:gs pos="100000">
                <a:srgbClr val="D59DFF">
                  <a:alpha val="0"/>
                </a:srgbClr>
              </a:gs>
            </a:gsLst>
            <a:lin ang="0" scaled="1"/>
            <a:tileRect/>
          </a:gradFill>
          <a:ln>
            <a:noFill/>
          </a:ln>
        </p:spPr>
        <p:txBody>
          <a:bodyPr spcFirstLastPara="1" wrap="square" lIns="42834" tIns="21417" rIns="42834" bIns="21417" anchor="ctr" anchorCtr="0">
            <a:noAutofit/>
          </a:bodyPr>
          <a:lstStyle/>
          <a:p>
            <a:pPr marL="0" marR="0" lvl="0" indent="0" algn="ctr" defTabSz="912971" rtl="0" eaLnBrk="1" fontAlgn="auto" latinLnBrk="0" hangingPunct="1">
              <a:lnSpc>
                <a:spcPct val="100000"/>
              </a:lnSpc>
              <a:spcBef>
                <a:spcPts val="0"/>
              </a:spcBef>
              <a:spcAft>
                <a:spcPts val="0"/>
              </a:spcAft>
              <a:buClrTx/>
              <a:buSzTx/>
              <a:buFontTx/>
              <a:buNone/>
              <a:tabLst/>
              <a:defRPr/>
            </a:pPr>
            <a:endParaRPr kumimoji="0" sz="1066" b="0" i="0" u="none" strike="noStrike" kern="1200" cap="none" spc="0" normalizeH="0" baseline="0" noProof="0">
              <a:ln>
                <a:noFill/>
              </a:ln>
              <a:solidFill>
                <a:srgbClr val="FFFFFF"/>
              </a:solidFill>
              <a:effectLst/>
              <a:uLnTx/>
              <a:uFillTx/>
              <a:latin typeface="Helvetica" pitchFamily="2" charset="0"/>
              <a:ea typeface="Calibri"/>
              <a:cs typeface="Calibri"/>
              <a:sym typeface="Calibri"/>
            </a:endParaRPr>
          </a:p>
        </p:txBody>
      </p:sp>
      <p:pic>
        <p:nvPicPr>
          <p:cNvPr id="18" name="Picture 17">
            <a:extLst>
              <a:ext uri="{FF2B5EF4-FFF2-40B4-BE49-F238E27FC236}">
                <a16:creationId xmlns:a16="http://schemas.microsoft.com/office/drawing/2014/main" id="{C0620A06-3A7E-8619-CE20-2C64F46AED5F}"/>
              </a:ext>
              <a:ext uri="{C183D7F6-B498-43B3-948B-1728B52AA6E4}">
                <adec:decorative xmlns:adec="http://schemas.microsoft.com/office/drawing/2017/decorative" val="1"/>
              </a:ext>
            </a:extLst>
          </p:cNvPr>
          <p:cNvPicPr>
            <a:picLocks noChangeAspect="1"/>
          </p:cNvPicPr>
          <p:nvPr/>
        </p:nvPicPr>
        <p:blipFill rotWithShape="1">
          <a:blip r:embed="rId4" cstate="print">
            <a:alphaModFix amt="30000"/>
            <a:extLst>
              <a:ext uri="{28A0092B-C50C-407E-A947-70E740481C1C}">
                <a14:useLocalDpi xmlns:a14="http://schemas.microsoft.com/office/drawing/2010/main" val="0"/>
              </a:ext>
            </a:extLst>
          </a:blip>
          <a:srcRect r="73459"/>
          <a:stretch/>
        </p:blipFill>
        <p:spPr>
          <a:xfrm rot="16200000" flipV="1">
            <a:off x="8853438" y="-2214451"/>
            <a:ext cx="1124110" cy="5553013"/>
          </a:xfrm>
          <a:prstGeom prst="rect">
            <a:avLst/>
          </a:prstGeom>
        </p:spPr>
      </p:pic>
      <p:sp>
        <p:nvSpPr>
          <p:cNvPr id="7" name="Freeform: Shape 6">
            <a:extLst>
              <a:ext uri="{FF2B5EF4-FFF2-40B4-BE49-F238E27FC236}">
                <a16:creationId xmlns:a16="http://schemas.microsoft.com/office/drawing/2014/main" id="{FC176B83-CB6E-FBE6-77F0-A2CC0AC25B5A}"/>
              </a:ext>
              <a:ext uri="{C183D7F6-B498-43B3-948B-1728B52AA6E4}">
                <adec:decorative xmlns:adec="http://schemas.microsoft.com/office/drawing/2017/decorative" val="1"/>
              </a:ext>
            </a:extLst>
          </p:cNvPr>
          <p:cNvSpPr/>
          <p:nvPr/>
        </p:nvSpPr>
        <p:spPr>
          <a:xfrm rot="5400000" flipH="1">
            <a:off x="10771386" y="5439289"/>
            <a:ext cx="1420613" cy="1416809"/>
          </a:xfrm>
          <a:custGeom>
            <a:avLst/>
            <a:gdLst>
              <a:gd name="connsiteX0" fmla="*/ 1418338 w 1420613"/>
              <a:gd name="connsiteY0" fmla="*/ 0 h 1416809"/>
              <a:gd name="connsiteX1" fmla="*/ 0 w 1420613"/>
              <a:gd name="connsiteY1" fmla="*/ 0 h 1416809"/>
              <a:gd name="connsiteX2" fmla="*/ 0 w 1420613"/>
              <a:gd name="connsiteY2" fmla="*/ 1415694 h 1416809"/>
              <a:gd name="connsiteX3" fmla="*/ 22146 w 1420613"/>
              <a:gd name="connsiteY3" fmla="*/ 1416809 h 1416809"/>
              <a:gd name="connsiteX4" fmla="*/ 1420613 w 1420613"/>
              <a:gd name="connsiteY4" fmla="*/ 22497 h 14168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613" h="1416809">
                <a:moveTo>
                  <a:pt x="1418338" y="0"/>
                </a:moveTo>
                <a:lnTo>
                  <a:pt x="0" y="0"/>
                </a:lnTo>
                <a:lnTo>
                  <a:pt x="0" y="1415694"/>
                </a:lnTo>
                <a:lnTo>
                  <a:pt x="22146" y="1416809"/>
                </a:lnTo>
                <a:cubicBezTo>
                  <a:pt x="794498" y="1416809"/>
                  <a:pt x="1420613" y="792556"/>
                  <a:pt x="1420613" y="22497"/>
                </a:cubicBezTo>
                <a:close/>
              </a:path>
            </a:pathLst>
          </a:custGeom>
          <a:gradFill>
            <a:gsLst>
              <a:gs pos="0">
                <a:srgbClr val="19C8EB"/>
              </a:gs>
              <a:gs pos="61000">
                <a:srgbClr val="565797"/>
              </a:gs>
              <a:gs pos="100000">
                <a:srgbClr val="58508F"/>
              </a:gs>
            </a:gsLst>
            <a:lin ang="2700008" scaled="1"/>
          </a:gradFill>
          <a:ln w="9071" cap="flat">
            <a:noFill/>
            <a:prstDash val="solid"/>
            <a:miter/>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Helvetica"/>
              <a:ea typeface="+mn-ea"/>
              <a:cs typeface="+mn-cs"/>
            </a:endParaRPr>
          </a:p>
        </p:txBody>
      </p:sp>
      <p:sp>
        <p:nvSpPr>
          <p:cNvPr id="6" name="Text 23">
            <a:extLst>
              <a:ext uri="{FF2B5EF4-FFF2-40B4-BE49-F238E27FC236}">
                <a16:creationId xmlns:a16="http://schemas.microsoft.com/office/drawing/2014/main" id="{5B17E74F-1B2E-E2FD-8558-6D49B029E2D4}"/>
              </a:ext>
            </a:extLst>
          </p:cNvPr>
          <p:cNvSpPr>
            <a:spLocks noGrp="1"/>
          </p:cNvSpPr>
          <p:nvPr>
            <p:ph type="title"/>
          </p:nvPr>
        </p:nvSpPr>
        <p:spPr>
          <a:xfrm>
            <a:off x="576788" y="625514"/>
            <a:ext cx="10507113" cy="498598"/>
          </a:xfr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Autofit/>
          </a:bodyPr>
          <a:lstStyle/>
          <a:p>
            <a:r>
              <a:rPr lang="en-US" dirty="0"/>
              <a:t>Rubber Ducking / Reflection</a:t>
            </a:r>
          </a:p>
        </p:txBody>
      </p:sp>
      <p:sp>
        <p:nvSpPr>
          <p:cNvPr id="4" name="TextBox 3">
            <a:extLst>
              <a:ext uri="{FF2B5EF4-FFF2-40B4-BE49-F238E27FC236}">
                <a16:creationId xmlns:a16="http://schemas.microsoft.com/office/drawing/2014/main" id="{12F58E9D-E59E-6A09-8018-5314ECB8DB4C}"/>
              </a:ext>
            </a:extLst>
          </p:cNvPr>
          <p:cNvSpPr txBox="1"/>
          <p:nvPr/>
        </p:nvSpPr>
        <p:spPr>
          <a:xfrm>
            <a:off x="715809" y="1496805"/>
            <a:ext cx="4492487" cy="3445565"/>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Helvetica"/>
                <a:ea typeface="+mn-ea"/>
                <a:cs typeface="+mn-cs"/>
              </a:rPr>
              <a:t>Using collaborative or adversarial Agents/Models to improve results.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rgbClr val="FFFFFF"/>
              </a:solidFill>
              <a:latin typeface="Helvetica"/>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i="0" u="none" strike="noStrike" kern="1200" cap="none" spc="0" normalizeH="0" baseline="0" noProof="0" dirty="0">
                <a:ln>
                  <a:noFill/>
                </a:ln>
                <a:solidFill>
                  <a:srgbClr val="FFFFFF"/>
                </a:solidFill>
                <a:effectLst/>
                <a:uLnTx/>
                <a:uFillTx/>
                <a:latin typeface="Helvetica" panose="020B0604020202020204" pitchFamily="34" charset="0"/>
                <a:ea typeface="+mn-ea"/>
                <a:cs typeface="+mn-cs"/>
              </a:rPr>
              <a:t>Pass agentic output into other LLMs or model for validation. </a:t>
            </a:r>
            <a:endParaRPr kumimoji="0" lang="en-DK" i="0" u="none" strike="noStrike" kern="1200" cap="none" spc="0" normalizeH="0" baseline="0" noProof="0" dirty="0">
              <a:ln>
                <a:noFill/>
              </a:ln>
              <a:solidFill>
                <a:srgbClr val="FFFFFF"/>
              </a:solidFill>
              <a:effectLst/>
              <a:uLnTx/>
              <a:uFillTx/>
              <a:latin typeface="Helvetica" panose="020B0604020202020204" pitchFamily="34" charset="0"/>
              <a:ea typeface="+mn-ea"/>
              <a:cs typeface="+mn-cs"/>
            </a:endParaRPr>
          </a:p>
        </p:txBody>
      </p:sp>
      <p:pic>
        <p:nvPicPr>
          <p:cNvPr id="9" name="Picture 8">
            <a:extLst>
              <a:ext uri="{FF2B5EF4-FFF2-40B4-BE49-F238E27FC236}">
                <a16:creationId xmlns:a16="http://schemas.microsoft.com/office/drawing/2014/main" id="{39CADD19-D686-CBA1-E216-F382DA52A035}"/>
              </a:ext>
            </a:extLst>
          </p:cNvPr>
          <p:cNvPicPr>
            <a:picLocks noChangeAspect="1"/>
          </p:cNvPicPr>
          <p:nvPr/>
        </p:nvPicPr>
        <p:blipFill>
          <a:blip r:embed="rId5"/>
          <a:stretch>
            <a:fillRect/>
          </a:stretch>
        </p:blipFill>
        <p:spPr>
          <a:xfrm>
            <a:off x="5713902" y="1229417"/>
            <a:ext cx="6274410" cy="5069093"/>
          </a:xfrm>
          <a:prstGeom prst="rect">
            <a:avLst/>
          </a:prstGeom>
        </p:spPr>
      </p:pic>
    </p:spTree>
    <p:extLst>
      <p:ext uri="{BB962C8B-B14F-4D97-AF65-F5344CB8AC3E}">
        <p14:creationId xmlns:p14="http://schemas.microsoft.com/office/powerpoint/2010/main" val="3306185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childTnLst>
                                </p:cTn>
                              </p:par>
                              <p:par>
                                <p:cTn id="8" presetID="42" presetClass="path" presetSubtype="0" accel="50000" decel="50000" fill="hold" grpId="1" nodeType="withEffect">
                                  <p:stCondLst>
                                    <p:cond delay="0"/>
                                  </p:stCondLst>
                                  <p:childTnLst>
                                    <p:animMotion origin="layout" path="M 4.16667E-7 0 L -0.08698 -0.00278 " pathEditMode="relative" rAng="0" ptsTypes="AA">
                                      <p:cBhvr>
                                        <p:cTn id="9" dur="750" spd="-100000" fill="hold"/>
                                        <p:tgtEl>
                                          <p:spTgt spid="3"/>
                                        </p:tgtEl>
                                        <p:attrNameLst>
                                          <p:attrName>ppt_x</p:attrName>
                                          <p:attrName>ppt_y</p:attrName>
                                        </p:attrNameLst>
                                      </p:cBhvr>
                                      <p:rCtr x="-4349" y="-139"/>
                                    </p:animMotion>
                                  </p:childTnLst>
                                </p:cTn>
                              </p:par>
                            </p:childTnLst>
                          </p:cTn>
                        </p:par>
                        <p:par>
                          <p:cTn id="10" fill="hold">
                            <p:stCondLst>
                              <p:cond delay="750"/>
                            </p:stCondLst>
                            <p:childTnLst>
                              <p:par>
                                <p:cTn id="11" presetID="10" presetClass="entr" presetSubtype="0" fill="hold" grpId="0" nodeType="after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750"/>
                                        <p:tgtEl>
                                          <p:spTgt spid="2"/>
                                        </p:tgtEl>
                                      </p:cBhvr>
                                    </p:animEffect>
                                  </p:childTnLst>
                                </p:cTn>
                              </p:par>
                              <p:par>
                                <p:cTn id="14" presetID="42" presetClass="path" presetSubtype="0" accel="50000" decel="50000" fill="hold" grpId="1" nodeType="withEffect">
                                  <p:stCondLst>
                                    <p:cond delay="0"/>
                                  </p:stCondLst>
                                  <p:childTnLst>
                                    <p:animMotion origin="layout" path="M -2.70833E-6 0 L -0.08698 -0.00278 " pathEditMode="relative" rAng="0" ptsTypes="AA">
                                      <p:cBhvr>
                                        <p:cTn id="15" dur="750" spd="-100000" fill="hold"/>
                                        <p:tgtEl>
                                          <p:spTgt spid="2"/>
                                        </p:tgtEl>
                                        <p:attrNameLst>
                                          <p:attrName>ppt_x</p:attrName>
                                          <p:attrName>ppt_y</p:attrName>
                                        </p:attrNameLst>
                                      </p:cBhvr>
                                      <p:rCtr x="-4349" y="-13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Git hub externa;">
      <a:dk1>
        <a:srgbClr val="000000"/>
      </a:dk1>
      <a:lt1>
        <a:srgbClr val="FFFFFF"/>
      </a:lt1>
      <a:dk2>
        <a:srgbClr val="2D3847"/>
      </a:dk2>
      <a:lt2>
        <a:srgbClr val="E7E6E6"/>
      </a:lt2>
      <a:accent1>
        <a:srgbClr val="D59DFF"/>
      </a:accent1>
      <a:accent2>
        <a:srgbClr val="BFE8F6"/>
      </a:accent2>
      <a:accent3>
        <a:srgbClr val="6A37C7"/>
      </a:accent3>
      <a:accent4>
        <a:srgbClr val="19C8EB"/>
      </a:accent4>
      <a:accent5>
        <a:srgbClr val="892293"/>
      </a:accent5>
      <a:accent6>
        <a:srgbClr val="CB0FB0"/>
      </a:accent6>
      <a:hlink>
        <a:srgbClr val="0563C1"/>
      </a:hlink>
      <a:folHlink>
        <a:srgbClr val="954F72"/>
      </a:folHlink>
    </a:clrScheme>
    <a:fontScheme name="Custom 7">
      <a:majorFont>
        <a:latin typeface="Helvetica"/>
        <a:ea typeface=""/>
        <a:cs typeface=""/>
      </a:majorFont>
      <a:minorFont>
        <a:latin typeface="Helvetica"/>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t"/>
      <a:lstStyle>
        <a:defPPr algn="l">
          <a:defRPr sz="14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oAutofit/>
      </a:bodyPr>
      <a:lstStyle>
        <a:defPPr algn="l" defTabSz="685800">
          <a:spcBef>
            <a:spcPts val="400"/>
          </a:spcBef>
          <a:defRPr sz="1200" dirty="0" err="1" smtClean="0">
            <a:solidFill>
              <a:schemeClr val="bg1"/>
            </a:solidFill>
            <a:latin typeface="Helvetica" panose="020B0604020202020204" pitchFamily="34" charset="0"/>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232</TotalTime>
  <Words>2316</Words>
  <Application>Microsoft Office PowerPoint</Application>
  <PresentationFormat>Widescreen</PresentationFormat>
  <Paragraphs>186</Paragraphs>
  <Slides>15</Slides>
  <Notes>15</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15</vt:i4>
      </vt:variant>
    </vt:vector>
  </HeadingPairs>
  <TitlesOfParts>
    <vt:vector size="27" baseType="lpstr">
      <vt:lpstr>Aptos</vt:lpstr>
      <vt:lpstr>Aptos Display</vt:lpstr>
      <vt:lpstr>Arial</vt:lpstr>
      <vt:lpstr>Calibri</vt:lpstr>
      <vt:lpstr>Consolas</vt:lpstr>
      <vt:lpstr>Courier New</vt:lpstr>
      <vt:lpstr>Helvetica</vt:lpstr>
      <vt:lpstr>Helvetica Neue</vt:lpstr>
      <vt:lpstr>Mona Sans</vt:lpstr>
      <vt:lpstr>Wingdings</vt:lpstr>
      <vt:lpstr>Office Theme</vt:lpstr>
      <vt:lpstr>1_Office Theme</vt:lpstr>
      <vt:lpstr>Provide context </vt:lpstr>
      <vt:lpstr>Offer examples</vt:lpstr>
      <vt:lpstr>Define role, style, or tone</vt:lpstr>
      <vt:lpstr>Break complex tasks into steps</vt:lpstr>
      <vt:lpstr>Ground Responses in Source Material</vt:lpstr>
      <vt:lpstr>Verify with citations – executable verification</vt:lpstr>
      <vt:lpstr>Restrict External Knowledge</vt:lpstr>
      <vt:lpstr>Chain-of-Thought Verification</vt:lpstr>
      <vt:lpstr>Avoid invented or malicious dependencies</vt:lpstr>
      <vt:lpstr>Meta‑prompt to craft a better coding prompt</vt:lpstr>
      <vt:lpstr>Define Workflow / Pipeline Process</vt:lpstr>
      <vt:lpstr>Custom Instructions</vt:lpstr>
      <vt:lpstr>Custom agents</vt:lpstr>
      <vt:lpstr>Agents Skills</vt:lpstr>
      <vt:lpstr>Rubber Ducking / Reflection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Jason Cook</dc:creator>
  <cp:lastModifiedBy>Jason Cook</cp:lastModifiedBy>
  <cp:revision>3</cp:revision>
  <dcterms:created xsi:type="dcterms:W3CDTF">2026-05-20T17:11:20Z</dcterms:created>
  <dcterms:modified xsi:type="dcterms:W3CDTF">2026-05-20T21:09:09Z</dcterms:modified>
</cp:coreProperties>
</file>